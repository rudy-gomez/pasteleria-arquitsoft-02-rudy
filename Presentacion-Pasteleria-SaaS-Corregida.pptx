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3"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5240000" cy="85725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3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Presento una plataforma de gestión interna para pastelerías y cadenas. La exposición explica qué necesita resolver, qué decisiones condicionan su arquitectura y cómo se registra una venta. El trabajo corresponde al diseño propuesto.</a:t>
            </a:r>
          </a:p>
          <a:p>
            <a:endParaRPr/>
          </a:p>
          <a:p>
            <a:r>
              <a:t>Referencia: README.md; docs/01-analisis-de-sistema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situación que aborda el diseño es concreta: una venta debe coincidir con las existencias de su sucursal y el dinero registrado en caja. Si cada operación se registra por separado, pueden aparecer diferencias difíciles de reconstruir. Se trata de un ejemplo del problema, no de un resultado estadístico. Cada negocio necesita separar sus datos y conservar responsables. El superadministrador habilita negocios. El administrador gestiona su cadena, incluso si tiene un solo local. El empleado o cajero opera dentro de sus permisos. El comprador no utiliza esta primera versión.</a:t>
            </a:r>
          </a:p>
          <a:p>
            <a:endParaRPr/>
          </a:p>
          <a:p>
            <a:r>
              <a:t>Referencia: 01-actores.md; 03-requisitos-funcionales.md; 05-restricciones.md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requisitos son 18. En estas dos diapositivas están todos resumidos, pero para exponer destaco la relación entre catálogo, stock, caja y venta. La primera tabla prepara la operación: negocio, ubicaciones, personal, catálogo e inventario. RF08 identifica la responsabilidad de una caja y RF09 organiza la atención. Las historias de usuario se relacionan con estos requisitos en el documento.</a:t>
            </a:r>
          </a:p>
          <a:p>
            <a:endParaRPr/>
          </a:p>
          <a:p>
            <a:r>
              <a:t>Referencia: 03-requisitos-funcionales.md; 02-historias-del-usuario.md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RF10 es el requisito que guiará el ejemplo de arquitectura: venta, cobro y stock se confirman juntos. RF14 es propio del negocio de pastelerías: una torta se transforma en porciones sin duplicar existencias. RF18 bloquea unidades vencidas. RF15 permite corregir con autorización y sin borrar el historial. El sistema registra medios de cobro, pero la primera versión no integra una pasarela.</a:t>
            </a:r>
          </a:p>
          <a:p>
            <a:endParaRPr/>
          </a:p>
          <a:p>
            <a:r>
              <a:t>Referencia: 03-requisitos-funcionales.md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Estos atributos expresan cómo debe funcionar la plataforma. Priorizaré seguridad, integridad y mantenibilidad porque condicionan la separación de datos y dependencias. Los siete atributos tienen escenarios de validación. Rendimiento y disponibilidad son objetivos que deben medirse, no logros ya alcanzados.</a:t>
            </a:r>
          </a:p>
          <a:p>
            <a:endParaRPr/>
          </a:p>
          <a:p>
            <a:r>
              <a:t>Referencia: 04-atributos-de-calidad.md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Una restricción delimita la solución. La interfaz funciona en navegador de escritorio o tablet. El proyecto se gestiona en Git. Una plataforma atiende varios negocios separados lógicamente. El alcance es gestión interna: no incluye pasarela de pagos ni facturación electrónica. Confirmar operaciones requiere conexión. Estas restricciones evitan prometer funciones que no forman parte del diseño.</a:t>
            </a:r>
          </a:p>
          <a:p>
            <a:endParaRPr/>
          </a:p>
          <a:p>
            <a:r>
              <a:t>Referencia: 05-restricciones.md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driver es una necesidad con impacto en la estructura. No es solo una tecnología elegida. DA03 exige aislamiento y conduce a autorización y protección por filas. DA04 exige consistencia y conduce a transacciones e idempotencia. DA06 exige modularidad. Los otros drivers cubren crecimiento, rapidez y recuperación. A continuación muestro la decisión que responde a cada uno.</a:t>
            </a:r>
          </a:p>
          <a:p>
            <a:endParaRPr/>
          </a:p>
          <a:p>
            <a:r>
              <a:t>Referencia: 06-driver-arquitectonicos.md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Las decisiones tienen una justificación y un costo. El monolito modular reduce complejidad operativa, pero los módulos se despliegan juntos. Clean Architecture separa reglas de tecnología, a cambio de contratos y composición. PostgreSQL compartido requiere controles de aislamiento. La unidad de trabajo exige que todos los adaptadores participen en el mismo contexto transaccional.</a:t>
            </a:r>
          </a:p>
          <a:p>
            <a:endParaRPr/>
          </a:p>
          <a:p>
            <a:r>
              <a:t>Referencia: 07-decisiones-arquitectonicas.md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Estas decisiones completan la propuesta. Next.js organiza la interfaz y Express concentra la API. Prisma queda en infraestructura. Las consultas se optimizan antes de introducir caché. Los movimientos y copias sustentan trazabilidad y recuperación. R2 guarda fotografías. Render y PostgreSQL administrado son la selección inicial de alojamiento, con plan, región y presupuesto aún pendientes.</a:t>
            </a:r>
          </a:p>
          <a:p>
            <a:endParaRPr/>
          </a:p>
          <a:p>
            <a:r>
              <a:t>Referencia: 07-decisiones-arquitectonicas.md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 escenario convierte un atributo general en una condición comprobable. La fuente es el cajero, el estímulo es buscar o vender, el artefacto son los módulos y consultas y el entorno es una carga controlada. La medida es p95 de hasta dos segundos y ningún error 5xx bajo la carga objetivo. p95 significa que el 95% de respuestas queda dentro de ese tiempo. Esta es una meta pendiente de validar. Los demás escenarios tratan recuperación, crecimiento, aislamiento, cambios, reintentos y trazabilidad.</a:t>
            </a:r>
          </a:p>
          <a:p>
            <a:endParaRPr/>
          </a:p>
          <a:p>
            <a:r>
              <a:t>Referencia: 08-escenarios-atributos-calidad.md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C4 organiza la explicación en contexto, contenedores, componentes y código. En este primer nivel el sistema se observa desde fuera: personas y sistema externo. Las relaciones muestran uso, no una jerarquía laboral. La plataforma atiende negocios separados y R2 ofrece almacenamiento de fotografías.</a:t>
            </a:r>
          </a:p>
          <a:p>
            <a:endParaRPr/>
          </a:p>
          <a:p>
            <a:r>
              <a:t>Referencia: docs/04-modelo-c4/Nivel1-DiagramadeContextodelSistema.md; img/nivel1-contexto.png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Contenedor en C4 significa aplicación o almacén, no necesariamente Docker. La interfaz Next.js ejecuta en el navegador. Express ofrece la única API con reglas de negocio. PostgreSQL guarda los datos operativos. La API usa adaptadores Prisma. R2 almacena imágenes. Next.js se exporta estáticamente y Express sirve interfaz y API bajo el mismo origen.</a:t>
            </a:r>
          </a:p>
          <a:p>
            <a:endParaRPr/>
          </a:p>
          <a:p>
            <a:r>
              <a:t>Referencia: docs/04-modelo-c4/Nivel2-DiagramadeContenedores.md; img/nivel2-contenedores.png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Los siete módulos forman un único backend desplegable como unidad. Las capas muestran responsabilidades y las flechas verticales representan llamadas en ejecución. Ventas utiliza contratos de Catálogo, Inventario y Caja. Prisma es el ORM utilizado por los adaptadores. El código del núcleo depende de puertos, no de la implementación Prisma.</a:t>
            </a:r>
          </a:p>
          <a:p>
            <a:endParaRPr/>
          </a:p>
          <a:p>
            <a:r>
              <a:t>Referencia: docs/02-arquitectura-software/estilo-arquitectonico.md; img/monolito-modular.png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vista representa dependencias de código. Presentación usa Aplicación, que conoce Dominio. Infraestructura implementa los puertos definidos por Aplicación. UnidadDeTrabajoPrisma depende del contrato UnidadDeTrabajo, no al revés. La raíz de composición crea e inyecta implementaciones. El dominio contiene reglas de cantidades y total y no importa Express ni Prisma.</a:t>
            </a:r>
          </a:p>
          <a:p>
            <a:endParaRPr/>
          </a:p>
          <a:p>
            <a:r>
              <a:t>Referencia: docs/02-arquitectura-software/enfoque-aquitectonico.md; img/clean-architecture.png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Acercamos la vista a la API. Acceso entrega el contexto autorizado. Ventas coordina Catálogo, Inventario y Caja mediante contratos. Plataforma organiza negocios y sucursales. Reportes consulta resultados e historial. Los módulos mantienen responsabilidades, aunque usan infraestructura común para la transacción y la base.</a:t>
            </a:r>
          </a:p>
          <a:p>
            <a:endParaRPr/>
          </a:p>
          <a:p>
            <a:r>
              <a:t>Referencia: docs/04-modelo-c4/Nivel3-Diagrama-de-Componentes.md; img/nivel3-componentes.png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Este acercamiento muestra clases esenciales del módulo. El controlador recibe la petición validada. ConfirmarVenta coordina y crea Venta. La entidad valida detalles y calcula totalCentimos. El caso de uso depende de UnidadDeTrabajo. UnidadDeTrabajoPrisma implementa el contrato y construye puertos con el mismo cliente transaccional. Es una vista acotada a Ventas, no otro proyecto. Los ejemplos del documento son de referencia.</a:t>
            </a:r>
          </a:p>
          <a:p>
            <a:endParaRPr/>
          </a:p>
          <a:p>
            <a:r>
              <a:t>Referencia: docs/04-modelo-c4/Nivel4-DiagramadeCodigo.md; diseño-interno-de-modulos.md; img/nivel4-clases.png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Repository separa persistencia del caso de uso. Unit of Work mantiene venta, stock, cobros e historial en una sola transacción. Adapter traduce el puerto de fotografías a la API de R2. Las llamadas a R2 no se realizan dentro de una transacción SQL. La inyección de dependencias es la técnica que usa composition.ts para conectar las implementaciones.</a:t>
            </a:r>
          </a:p>
          <a:p>
            <a:endParaRPr/>
          </a:p>
          <a:p>
            <a:r>
              <a:t>Referencia: patrones-de-diseño.md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Explico SOLID con cambios concretos. Modificar HTTP corresponde al controlador y cambiar cantidades corresponde a Venta. Otro proveedor de imágenes implementa el mismo puerto. La sustitución exige conservar comportamiento, errores y aislamiento, por eso se requieren pruebas de contrato. Los puertos son pequeños y el caso de uso recibe abstracciones. Nombrar los principios no basta: deben reflejarse en dependencias y pruebas.</a:t>
            </a:r>
          </a:p>
          <a:p>
            <a:endParaRPr/>
          </a:p>
          <a:p>
            <a:r>
              <a:t>Referencia: principios-de-diseño.md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Cierro con el recorrido que conecta requisitos y decisiones. Primero se valida sesión, permiso y comando. La transacción reclama la clave de reintento, valida caja y consulta precios del servidor. Después descuenta lotes aptos, guarda venta y registra cobro e historial. Una excepción revierte todo. Si se repiten clave y contenido, se devuelve el resultado anterior. La respuesta sale después del commit. Así RF10 y el driver de integridad justifican Unit of Work e idempotencia. El siguiente paso es implementar y comprobar los escenarios con PostgreSQL real.</a:t>
            </a:r>
          </a:p>
          <a:p>
            <a:endParaRPr/>
          </a:p>
          <a:p>
            <a:r>
              <a:t>Referencia: diseño-interno-de-modulos.md; img/secuencia-venta.png; RF10; ADR-004; EQ-06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5240000" cy="8572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754380" y="963084"/>
            <a:ext cx="13477875" cy="4191000"/>
          </a:xfrm>
        </p:spPr>
        <p:txBody>
          <a:bodyPr anchor="b">
            <a:noAutofit/>
          </a:bodyPr>
          <a:lstStyle>
            <a:lvl1pPr algn="l">
              <a:lnSpc>
                <a:spcPct val="80000"/>
              </a:lnSpc>
              <a:defRPr sz="11000" spc="-15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34391" y="5258595"/>
            <a:ext cx="11535251" cy="2057400"/>
          </a:xfrm>
        </p:spPr>
        <p:txBody>
          <a:bodyPr>
            <a:normAutofit/>
          </a:bodyPr>
          <a:lstStyle>
            <a:lvl1pPr marL="0" indent="0" algn="l">
              <a:buNone/>
              <a:defRPr sz="4000">
                <a:solidFill>
                  <a:schemeClr val="bg1"/>
                </a:solidFill>
                <a:latin typeface="+mj-lt"/>
              </a:defRPr>
            </a:lvl1pPr>
            <a:lvl2pPr marL="571500" indent="0" algn="ctr">
              <a:buNone/>
              <a:defRPr sz="3500"/>
            </a:lvl2pPr>
            <a:lvl3pPr marL="1143000" indent="0" algn="ctr">
              <a:buNone/>
              <a:defRPr sz="3000"/>
            </a:lvl3pPr>
            <a:lvl4pPr marL="1714500" indent="0" algn="ctr">
              <a:buNone/>
              <a:defRPr sz="2500"/>
            </a:lvl4pPr>
            <a:lvl5pPr marL="2286000" indent="0" algn="ctr">
              <a:buNone/>
              <a:defRPr sz="2500"/>
            </a:lvl5pPr>
            <a:lvl6pPr marL="2857500" indent="0" algn="ctr">
              <a:buNone/>
              <a:defRPr sz="2500"/>
            </a:lvl6pPr>
            <a:lvl7pPr marL="3429000" indent="0" algn="ctr">
              <a:buNone/>
              <a:defRPr sz="2500"/>
            </a:lvl7pPr>
            <a:lvl8pPr marL="4000500" indent="0" algn="ctr">
              <a:buNone/>
              <a:defRPr sz="2500"/>
            </a:lvl8pPr>
            <a:lvl9pPr marL="4572000" indent="0" algn="ctr">
              <a:buNone/>
              <a:defRPr sz="2500"/>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5849813E-9E29-4974-A354-90BA741EE9B0}" type="datetimeFigureOut">
              <a:rPr lang="es-PE" smtClean="0"/>
              <a:t>17/10/2026</a:t>
            </a:fld>
            <a:endParaRPr lang="es-PE"/>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s-PE"/>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AA408E61-C1F1-41E4-A41B-6DD76C736F1B}" type="slidenum">
              <a:rPr lang="es-PE" smtClean="0"/>
              <a:t>‹Nº›</a:t>
            </a:fld>
            <a:endParaRPr lang="es-PE"/>
          </a:p>
        </p:txBody>
      </p:sp>
    </p:spTree>
    <p:extLst>
      <p:ext uri="{BB962C8B-B14F-4D97-AF65-F5344CB8AC3E}">
        <p14:creationId xmlns:p14="http://schemas.microsoft.com/office/powerpoint/2010/main" val="2144570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849813E-9E29-4974-A354-90BA741EE9B0}" type="datetimeFigureOut">
              <a:rPr lang="es-PE" smtClean="0"/>
              <a:t>17/10/2026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785998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54380" y="959274"/>
            <a:ext cx="13475970" cy="4194810"/>
          </a:xfrm>
        </p:spPr>
        <p:txBody>
          <a:bodyPr anchor="b">
            <a:normAutofit/>
          </a:bodyPr>
          <a:lstStyle>
            <a:lvl1pPr>
              <a:lnSpc>
                <a:spcPct val="80000"/>
              </a:lnSpc>
              <a:defRPr sz="11000" b="0" baseline="0">
                <a:solidFill>
                  <a:schemeClr val="accent1"/>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4390" y="5255261"/>
            <a:ext cx="11532870" cy="2057400"/>
          </a:xfrm>
        </p:spPr>
        <p:txBody>
          <a:bodyPr anchor="t">
            <a:normAutofit/>
          </a:bodyPr>
          <a:lstStyle>
            <a:lvl1pPr marL="0" indent="0">
              <a:buNone/>
              <a:defRPr sz="4000">
                <a:solidFill>
                  <a:schemeClr val="tx1"/>
                </a:solidFill>
                <a:latin typeface="+mj-lt"/>
              </a:defRPr>
            </a:lvl1pPr>
            <a:lvl2pPr marL="571500" indent="0">
              <a:buNone/>
              <a:defRPr sz="2250">
                <a:solidFill>
                  <a:schemeClr val="tx1">
                    <a:tint val="75000"/>
                  </a:schemeClr>
                </a:solidFill>
              </a:defRPr>
            </a:lvl2pPr>
            <a:lvl3pPr marL="1143000" indent="0">
              <a:buNone/>
              <a:defRPr sz="2000">
                <a:solidFill>
                  <a:schemeClr val="tx1">
                    <a:tint val="75000"/>
                  </a:schemeClr>
                </a:solidFill>
              </a:defRPr>
            </a:lvl3pPr>
            <a:lvl4pPr marL="1714500" indent="0">
              <a:buNone/>
              <a:defRPr sz="1750">
                <a:solidFill>
                  <a:schemeClr val="tx1">
                    <a:tint val="75000"/>
                  </a:schemeClr>
                </a:solidFill>
              </a:defRPr>
            </a:lvl4pPr>
            <a:lvl5pPr marL="2286000" indent="0">
              <a:buNone/>
              <a:defRPr sz="1750">
                <a:solidFill>
                  <a:schemeClr val="tx1">
                    <a:tint val="75000"/>
                  </a:schemeClr>
                </a:solidFill>
              </a:defRPr>
            </a:lvl5pPr>
            <a:lvl6pPr marL="2857500" indent="0">
              <a:buNone/>
              <a:defRPr sz="1750">
                <a:solidFill>
                  <a:schemeClr val="tx1">
                    <a:tint val="75000"/>
                  </a:schemeClr>
                </a:solidFill>
              </a:defRPr>
            </a:lvl6pPr>
            <a:lvl7pPr marL="3429000" indent="0">
              <a:buNone/>
              <a:defRPr sz="1750">
                <a:solidFill>
                  <a:schemeClr val="tx1">
                    <a:tint val="75000"/>
                  </a:schemeClr>
                </a:solidFill>
              </a:defRPr>
            </a:lvl7pPr>
            <a:lvl8pPr marL="4000500" indent="0">
              <a:buNone/>
              <a:defRPr sz="1750">
                <a:solidFill>
                  <a:schemeClr val="tx1">
                    <a:tint val="75000"/>
                  </a:schemeClr>
                </a:solidFill>
              </a:defRPr>
            </a:lvl8pPr>
            <a:lvl9pPr marL="4572000" indent="0">
              <a:buNone/>
              <a:defRPr sz="175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849813E-9E29-4974-A354-90BA741EE9B0}" type="datetimeFigureOut">
              <a:rPr lang="es-PE" smtClean="0"/>
              <a:t>17/10/2026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288361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45820" y="2497668"/>
            <a:ext cx="5829300" cy="4709160"/>
          </a:xfrm>
        </p:spPr>
        <p:txBody>
          <a:bodyPr/>
          <a:lstStyle>
            <a:lvl1pPr>
              <a:defRPr sz="3000"/>
            </a:lvl1pPr>
            <a:lvl2pPr>
              <a:defRPr sz="2500"/>
            </a:lvl2pPr>
            <a:lvl3pPr>
              <a:defRPr sz="225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514163" y="2497668"/>
            <a:ext cx="5829300" cy="4709160"/>
          </a:xfrm>
        </p:spPr>
        <p:txBody>
          <a:bodyPr/>
          <a:lstStyle>
            <a:lvl1pPr>
              <a:defRPr sz="3000"/>
            </a:lvl1pPr>
            <a:lvl2pPr>
              <a:defRPr sz="2500"/>
            </a:lvl2pPr>
            <a:lvl3pPr>
              <a:defRPr sz="225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849813E-9E29-4974-A354-90BA741EE9B0}" type="datetimeFigureOut">
              <a:rPr lang="es-PE" smtClean="0"/>
              <a:t>17/10/2026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757964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45820" y="2550584"/>
            <a:ext cx="5829300" cy="904250"/>
          </a:xfrm>
        </p:spPr>
        <p:txBody>
          <a:bodyPr anchor="ctr">
            <a:normAutofit/>
          </a:bodyPr>
          <a:lstStyle>
            <a:lvl1pPr marL="0" indent="0">
              <a:buNone/>
              <a:defRPr sz="2750" b="0" cap="all" baseline="0">
                <a:solidFill>
                  <a:schemeClr val="tx1">
                    <a:lumMod val="85000"/>
                    <a:lumOff val="15000"/>
                  </a:schemeClr>
                </a:solidFill>
                <a:latin typeface="+mj-lt"/>
              </a:defRPr>
            </a:lvl1pPr>
            <a:lvl2pPr marL="571500" indent="0">
              <a:buNone/>
              <a:defRPr sz="2500" b="1"/>
            </a:lvl2pPr>
            <a:lvl3pPr marL="1143000" indent="0">
              <a:buNone/>
              <a:defRPr sz="2250" b="1"/>
            </a:lvl3pPr>
            <a:lvl4pPr marL="1714500" indent="0">
              <a:buNone/>
              <a:defRPr sz="2000" b="1"/>
            </a:lvl4pPr>
            <a:lvl5pPr marL="2286000" indent="0">
              <a:buNone/>
              <a:defRPr sz="2000" b="1"/>
            </a:lvl5pPr>
            <a:lvl6pPr marL="2857500" indent="0">
              <a:buNone/>
              <a:defRPr sz="2000" b="1"/>
            </a:lvl6pPr>
            <a:lvl7pPr marL="3429000" indent="0">
              <a:buNone/>
              <a:defRPr sz="2000" b="1"/>
            </a:lvl7pPr>
            <a:lvl8pPr marL="4000500" indent="0">
              <a:buNone/>
              <a:defRPr sz="2000" b="1"/>
            </a:lvl8pPr>
            <a:lvl9pPr marL="4572000" indent="0">
              <a:buNone/>
              <a:defRPr sz="2000" b="1"/>
            </a:lvl9pPr>
          </a:lstStyle>
          <a:p>
            <a:pPr lvl="0"/>
            <a:r>
              <a:rPr lang="es-ES"/>
              <a:t>Haga clic para modificar los estilos de texto del patrón</a:t>
            </a:r>
          </a:p>
        </p:txBody>
      </p:sp>
      <p:sp>
        <p:nvSpPr>
          <p:cNvPr id="4" name="Content Placeholder 3"/>
          <p:cNvSpPr>
            <a:spLocks noGrp="1"/>
          </p:cNvSpPr>
          <p:nvPr>
            <p:ph sz="half" idx="2"/>
          </p:nvPr>
        </p:nvSpPr>
        <p:spPr>
          <a:xfrm>
            <a:off x="845820" y="3441355"/>
            <a:ext cx="5829300" cy="4000500"/>
          </a:xfrm>
        </p:spPr>
        <p:txBody>
          <a:bodyPr/>
          <a:lstStyle>
            <a:lvl1pPr>
              <a:defRPr sz="3000"/>
            </a:lvl1pPr>
            <a:lvl2pPr>
              <a:defRPr sz="2500"/>
            </a:lvl2pPr>
            <a:lvl3pPr>
              <a:defRPr sz="225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9510" y="2548044"/>
            <a:ext cx="5829300" cy="902970"/>
          </a:xfrm>
        </p:spPr>
        <p:txBody>
          <a:bodyPr anchor="ctr">
            <a:normAutofit/>
          </a:bodyPr>
          <a:lstStyle>
            <a:lvl1pPr marL="0" indent="0">
              <a:buNone/>
              <a:defRPr sz="2750" b="0" cap="all" baseline="0">
                <a:solidFill>
                  <a:schemeClr val="tx1">
                    <a:lumMod val="85000"/>
                    <a:lumOff val="15000"/>
                  </a:schemeClr>
                </a:solidFill>
                <a:latin typeface="+mj-lt"/>
              </a:defRPr>
            </a:lvl1pPr>
            <a:lvl2pPr marL="571500" indent="0">
              <a:buNone/>
              <a:defRPr sz="2500" b="1"/>
            </a:lvl2pPr>
            <a:lvl3pPr marL="1143000" indent="0">
              <a:buNone/>
              <a:defRPr sz="2250" b="1"/>
            </a:lvl3pPr>
            <a:lvl4pPr marL="1714500" indent="0">
              <a:buNone/>
              <a:defRPr sz="2000" b="1"/>
            </a:lvl4pPr>
            <a:lvl5pPr marL="2286000" indent="0">
              <a:buNone/>
              <a:defRPr sz="2000" b="1"/>
            </a:lvl5pPr>
            <a:lvl6pPr marL="2857500" indent="0">
              <a:buNone/>
              <a:defRPr sz="2000" b="1"/>
            </a:lvl6pPr>
            <a:lvl7pPr marL="3429000" indent="0">
              <a:buNone/>
              <a:defRPr sz="2000" b="1"/>
            </a:lvl7pPr>
            <a:lvl8pPr marL="4000500" indent="0">
              <a:buNone/>
              <a:defRPr sz="2000" b="1"/>
            </a:lvl8pPr>
            <a:lvl9pPr marL="4572000" indent="0">
              <a:buNone/>
              <a:defRPr sz="2000" b="1"/>
            </a:lvl9pPr>
          </a:lstStyle>
          <a:p>
            <a:pPr lvl="0"/>
            <a:r>
              <a:rPr lang="es-ES"/>
              <a:t>Haga clic para modificar los estilos de texto del patrón</a:t>
            </a:r>
          </a:p>
        </p:txBody>
      </p:sp>
      <p:sp>
        <p:nvSpPr>
          <p:cNvPr id="6" name="Content Placeholder 5"/>
          <p:cNvSpPr>
            <a:spLocks noGrp="1"/>
          </p:cNvSpPr>
          <p:nvPr>
            <p:ph sz="quarter" idx="4"/>
          </p:nvPr>
        </p:nvSpPr>
        <p:spPr>
          <a:xfrm>
            <a:off x="7509510" y="3438738"/>
            <a:ext cx="5829300" cy="4000500"/>
          </a:xfrm>
        </p:spPr>
        <p:txBody>
          <a:bodyPr/>
          <a:lstStyle>
            <a:lvl1pPr>
              <a:defRPr sz="3000"/>
            </a:lvl1pPr>
            <a:lvl2pPr>
              <a:defRPr sz="2500"/>
            </a:lvl2pPr>
            <a:lvl3pPr>
              <a:defRPr sz="225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849813E-9E29-4974-A354-90BA741EE9B0}" type="datetimeFigureOut">
              <a:rPr lang="es-PE" smtClean="0"/>
              <a:t>17/10/2026</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2410927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849813E-9E29-4974-A354-90BA741EE9B0}" type="datetimeFigureOut">
              <a:rPr lang="es-PE" smtClean="0"/>
              <a:t>17/10/2026</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3578305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49813E-9E29-4974-A354-90BA741EE9B0}" type="datetimeFigureOut">
              <a:rPr lang="es-PE" smtClean="0"/>
              <a:t>17/10/2026</a:t>
            </a:fld>
            <a:endParaRPr lang="es-PE"/>
          </a:p>
        </p:txBody>
      </p:sp>
      <p:sp>
        <p:nvSpPr>
          <p:cNvPr id="3" name="Footer Placeholder 2"/>
          <p:cNvSpPr>
            <a:spLocks noGrp="1"/>
          </p:cNvSpPr>
          <p:nvPr>
            <p:ph type="ftr" sz="quarter" idx="11"/>
          </p:nvPr>
        </p:nvSpPr>
        <p:spPr/>
        <p:txBody>
          <a:bodyPr/>
          <a:lstStyle/>
          <a:p>
            <a:endParaRPr lang="es-PE"/>
          </a:p>
        </p:txBody>
      </p:sp>
      <p:sp>
        <p:nvSpPr>
          <p:cNvPr id="4" name="Slide Number Placeholder 3"/>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4041407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Rectangle 1"/>
          <p:cNvSpPr/>
          <p:nvPr/>
        </p:nvSpPr>
        <p:spPr>
          <a:xfrm>
            <a:off x="9525000" y="0"/>
            <a:ext cx="5715000" cy="8572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10326755" y="677853"/>
            <a:ext cx="4229100" cy="2400300"/>
          </a:xfrm>
        </p:spPr>
        <p:txBody>
          <a:bodyPr anchor="b">
            <a:noAutofit/>
          </a:bodyPr>
          <a:lstStyle>
            <a:lvl1pPr>
              <a:lnSpc>
                <a:spcPct val="85000"/>
              </a:lnSpc>
              <a:defRPr sz="500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952500" y="952500"/>
            <a:ext cx="7620000" cy="5715000"/>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344978" y="3139767"/>
            <a:ext cx="4248150" cy="3908734"/>
          </a:xfrm>
        </p:spPr>
        <p:txBody>
          <a:bodyPr>
            <a:normAutofit/>
          </a:bodyPr>
          <a:lstStyle>
            <a:lvl1pPr marL="0" marR="0" indent="0" algn="l" defTabSz="1143000" rtl="0" eaLnBrk="1" fontAlgn="auto" latinLnBrk="0" hangingPunct="1">
              <a:lnSpc>
                <a:spcPct val="100000"/>
              </a:lnSpc>
              <a:spcBef>
                <a:spcPts val="1500"/>
              </a:spcBef>
              <a:spcAft>
                <a:spcPts val="0"/>
              </a:spcAft>
              <a:buClrTx/>
              <a:buSzTx/>
              <a:buFontTx/>
              <a:buNone/>
              <a:tabLst/>
              <a:defRPr sz="2250">
                <a:solidFill>
                  <a:srgbClr val="262626"/>
                </a:solidFill>
              </a:defRPr>
            </a:lvl1pPr>
            <a:lvl2pPr marL="571500" indent="0">
              <a:buNone/>
              <a:defRPr sz="1500"/>
            </a:lvl2pPr>
            <a:lvl3pPr marL="1143000" indent="0">
              <a:buNone/>
              <a:defRPr sz="1250"/>
            </a:lvl3pPr>
            <a:lvl4pPr marL="1714500" indent="0">
              <a:buNone/>
              <a:defRPr sz="1125"/>
            </a:lvl4pPr>
            <a:lvl5pPr marL="2286000" indent="0">
              <a:buNone/>
              <a:defRPr sz="1125"/>
            </a:lvl5pPr>
            <a:lvl6pPr marL="2857500" indent="0">
              <a:buNone/>
              <a:defRPr sz="1125"/>
            </a:lvl6pPr>
            <a:lvl7pPr marL="3429000" indent="0">
              <a:buNone/>
              <a:defRPr sz="1125"/>
            </a:lvl7pPr>
            <a:lvl8pPr marL="4000500" indent="0">
              <a:buNone/>
              <a:defRPr sz="1125"/>
            </a:lvl8pPr>
            <a:lvl9pPr marL="4572000" indent="0">
              <a:buNone/>
              <a:defRPr sz="1125"/>
            </a:lvl9pPr>
          </a:lstStyle>
          <a:p>
            <a:pPr marL="0" marR="0" lvl="0" indent="0" algn="l" defTabSz="1143000" rtl="0" eaLnBrk="1" fontAlgn="auto" latinLnBrk="0" hangingPunct="1">
              <a:lnSpc>
                <a:spcPct val="100000"/>
              </a:lnSpc>
              <a:spcBef>
                <a:spcPts val="1750"/>
              </a:spcBef>
              <a:spcAft>
                <a:spcPts val="0"/>
              </a:spcAft>
              <a:buClrTx/>
              <a:buSzTx/>
              <a:buFontTx/>
              <a:buNone/>
              <a:tabLst/>
              <a:defRPr/>
            </a:pPr>
            <a:r>
              <a:rPr lang="es-ES"/>
              <a:t>Haga clic para modificar los estilos de texto del patrón</a:t>
            </a:r>
          </a:p>
        </p:txBody>
      </p:sp>
      <p:sp>
        <p:nvSpPr>
          <p:cNvPr id="5" name="Date Placeholder 4"/>
          <p:cNvSpPr>
            <a:spLocks noGrp="1"/>
          </p:cNvSpPr>
          <p:nvPr>
            <p:ph type="dt" sz="half" idx="10"/>
          </p:nvPr>
        </p:nvSpPr>
        <p:spPr/>
        <p:txBody>
          <a:bodyPr/>
          <a:lstStyle/>
          <a:p>
            <a:fld id="{5849813E-9E29-4974-A354-90BA741EE9B0}" type="datetimeFigureOut">
              <a:rPr lang="es-PE" smtClean="0"/>
              <a:t>17/10/2026</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AA408E61-C1F1-41E4-A41B-6DD76C736F1B}" type="slidenum">
              <a:rPr lang="es-PE" smtClean="0"/>
              <a:t>‹Nº›</a:t>
            </a:fld>
            <a:endParaRPr lang="es-PE"/>
          </a:p>
        </p:txBody>
      </p:sp>
    </p:spTree>
    <p:extLst>
      <p:ext uri="{BB962C8B-B14F-4D97-AF65-F5344CB8AC3E}">
        <p14:creationId xmlns:p14="http://schemas.microsoft.com/office/powerpoint/2010/main" val="1974641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1530" y="6773334"/>
            <a:ext cx="13475970" cy="766604"/>
          </a:xfrm>
        </p:spPr>
        <p:txBody>
          <a:bodyPr anchor="b">
            <a:normAutofit/>
          </a:bodyPr>
          <a:lstStyle>
            <a:lvl1pPr>
              <a:defRPr sz="40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0" y="0"/>
            <a:ext cx="15240000" cy="6663690"/>
          </a:xfrm>
          <a:solidFill>
            <a:schemeClr val="accent1">
              <a:lumMod val="40000"/>
              <a:lumOff val="60000"/>
            </a:schemeClr>
          </a:solidFill>
        </p:spPr>
        <p:txBody>
          <a:bodyPr anchor="t"/>
          <a:lstStyle>
            <a:lvl1pPr marL="0" indent="0" algn="ctr">
              <a:spcBef>
                <a:spcPts val="1000"/>
              </a:spcBef>
              <a:buNone/>
              <a:defRPr sz="4000">
                <a:solidFill>
                  <a:schemeClr val="tx1">
                    <a:lumMod val="75000"/>
                    <a:lumOff val="25000"/>
                  </a:schemeClr>
                </a:solidFill>
              </a:defRPr>
            </a:lvl1pPr>
            <a:lvl2pPr marL="571500" indent="0">
              <a:buNone/>
              <a:defRPr sz="3500"/>
            </a:lvl2pPr>
            <a:lvl3pPr marL="1143000" indent="0">
              <a:buNone/>
              <a:defRPr sz="3000"/>
            </a:lvl3pPr>
            <a:lvl4pPr marL="1714500" indent="0">
              <a:buNone/>
              <a:defRPr sz="2500"/>
            </a:lvl4pPr>
            <a:lvl5pPr marL="2286000" indent="0">
              <a:buNone/>
              <a:defRPr sz="2500"/>
            </a:lvl5pPr>
            <a:lvl6pPr marL="2857500" indent="0">
              <a:buNone/>
              <a:defRPr sz="2500"/>
            </a:lvl6pPr>
            <a:lvl7pPr marL="3429000" indent="0">
              <a:buNone/>
              <a:defRPr sz="2500"/>
            </a:lvl7pPr>
            <a:lvl8pPr marL="4000500" indent="0">
              <a:buNone/>
              <a:defRPr sz="2500"/>
            </a:lvl8pPr>
            <a:lvl9pPr marL="4572000" indent="0">
              <a:buNone/>
              <a:defRPr sz="2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45820" y="7387169"/>
            <a:ext cx="11536680" cy="666750"/>
          </a:xfrm>
        </p:spPr>
        <p:txBody>
          <a:bodyPr>
            <a:normAutofit/>
          </a:bodyPr>
          <a:lstStyle>
            <a:lvl1pPr marL="0" indent="0">
              <a:lnSpc>
                <a:spcPct val="90000"/>
              </a:lnSpc>
              <a:buNone/>
              <a:defRPr sz="1750">
                <a:solidFill>
                  <a:srgbClr val="262626"/>
                </a:solidFill>
              </a:defRPr>
            </a:lvl1pPr>
            <a:lvl2pPr marL="571500" indent="0">
              <a:buNone/>
              <a:defRPr sz="1500"/>
            </a:lvl2pPr>
            <a:lvl3pPr marL="1143000" indent="0">
              <a:buNone/>
              <a:defRPr sz="1250"/>
            </a:lvl3pPr>
            <a:lvl4pPr marL="1714500" indent="0">
              <a:buNone/>
              <a:defRPr sz="1125"/>
            </a:lvl4pPr>
            <a:lvl5pPr marL="2286000" indent="0">
              <a:buNone/>
              <a:defRPr sz="1125"/>
            </a:lvl5pPr>
            <a:lvl6pPr marL="2857500" indent="0">
              <a:buNone/>
              <a:defRPr sz="1125"/>
            </a:lvl6pPr>
            <a:lvl7pPr marL="3429000" indent="0">
              <a:buNone/>
              <a:defRPr sz="1125"/>
            </a:lvl7pPr>
            <a:lvl8pPr marL="4000500" indent="0">
              <a:buNone/>
              <a:defRPr sz="1125"/>
            </a:lvl8pPr>
            <a:lvl9pPr marL="4572000" indent="0">
              <a:buNone/>
              <a:defRPr sz="1125"/>
            </a:lvl9pPr>
          </a:lstStyle>
          <a:p>
            <a:pPr lvl="0"/>
            <a:r>
              <a:rPr lang="es-ES"/>
              <a:t>Haga clic para modificar los estilos de texto del patrón</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5849813E-9E29-4974-A354-90BA741EE9B0}" type="datetimeFigureOut">
              <a:rPr lang="es-PE" smtClean="0"/>
              <a:t>17/10/2026</a:t>
            </a:fld>
            <a:endParaRPr lang="es-PE"/>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s-PE"/>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AA408E61-C1F1-41E4-A41B-6DD76C736F1B}" type="slidenum">
              <a:rPr lang="es-PE" smtClean="0"/>
              <a:t>‹Nº›</a:t>
            </a:fld>
            <a:endParaRPr lang="es-PE"/>
          </a:p>
        </p:txBody>
      </p:sp>
    </p:spTree>
    <p:extLst>
      <p:ext uri="{BB962C8B-B14F-4D97-AF65-F5344CB8AC3E}">
        <p14:creationId xmlns:p14="http://schemas.microsoft.com/office/powerpoint/2010/main" val="65291144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849813E-9E29-4974-A354-90BA741EE9B0}" type="datetimeFigureOut">
              <a:rPr lang="es-PE" smtClean="0"/>
              <a:t>17/10/2026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3093162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929938" y="869156"/>
            <a:ext cx="3286125" cy="600075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64406" y="892969"/>
            <a:ext cx="9667875" cy="675084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849813E-9E29-4974-A354-90BA741EE9B0}" type="datetimeFigureOut">
              <a:rPr lang="es-PE" smtClean="0"/>
              <a:t>17/10/2026</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AA408E61-C1F1-41E4-A41B-6DD76C736F1B}" type="slidenum">
              <a:rPr lang="es-PE" smtClean="0"/>
              <a:t>‹Nº›</a:t>
            </a:fld>
            <a:endParaRPr lang="es-PE"/>
          </a:p>
        </p:txBody>
      </p:sp>
    </p:spTree>
    <p:extLst>
      <p:ext uri="{BB962C8B-B14F-4D97-AF65-F5344CB8AC3E}">
        <p14:creationId xmlns:p14="http://schemas.microsoft.com/office/powerpoint/2010/main" val="641238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531" y="624416"/>
            <a:ext cx="13465969" cy="207274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45821" y="2514601"/>
            <a:ext cx="13442156" cy="470773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7250" y="8015559"/>
            <a:ext cx="5143500" cy="285750"/>
          </a:xfrm>
          <a:prstGeom prst="rect">
            <a:avLst/>
          </a:prstGeom>
        </p:spPr>
        <p:txBody>
          <a:bodyPr vert="horz" lIns="91440" tIns="45720" rIns="91440" bIns="45720" rtlCol="0" anchor="ctr"/>
          <a:lstStyle>
            <a:lvl1pPr algn="l">
              <a:defRPr sz="1188">
                <a:solidFill>
                  <a:schemeClr val="tx1">
                    <a:alpha val="80000"/>
                  </a:schemeClr>
                </a:solidFill>
              </a:defRPr>
            </a:lvl1pPr>
          </a:lstStyle>
          <a:p>
            <a:fld id="{5849813E-9E29-4974-A354-90BA741EE9B0}" type="datetimeFigureOut">
              <a:rPr lang="es-PE" smtClean="0"/>
              <a:t>17/10/2026</a:t>
            </a:fld>
            <a:endParaRPr lang="es-PE"/>
          </a:p>
        </p:txBody>
      </p:sp>
      <p:sp>
        <p:nvSpPr>
          <p:cNvPr id="5" name="Footer Placeholder 4"/>
          <p:cNvSpPr>
            <a:spLocks noGrp="1"/>
          </p:cNvSpPr>
          <p:nvPr>
            <p:ph type="ftr" sz="quarter" idx="3"/>
          </p:nvPr>
        </p:nvSpPr>
        <p:spPr>
          <a:xfrm>
            <a:off x="857250" y="8193371"/>
            <a:ext cx="6286500" cy="285750"/>
          </a:xfrm>
          <a:prstGeom prst="rect">
            <a:avLst/>
          </a:prstGeom>
        </p:spPr>
        <p:txBody>
          <a:bodyPr vert="horz" lIns="91440" tIns="45720" rIns="91440" bIns="45720" rtlCol="0" anchor="ctr"/>
          <a:lstStyle>
            <a:lvl1pPr algn="l">
              <a:defRPr sz="1188" cap="all" baseline="0">
                <a:solidFill>
                  <a:schemeClr val="tx1">
                    <a:alpha val="80000"/>
                  </a:schemeClr>
                </a:solidFill>
              </a:defRPr>
            </a:lvl1pPr>
          </a:lstStyle>
          <a:p>
            <a:endParaRPr lang="es-PE"/>
          </a:p>
        </p:txBody>
      </p:sp>
      <p:sp>
        <p:nvSpPr>
          <p:cNvPr id="6" name="Slide Number Placeholder 5"/>
          <p:cNvSpPr>
            <a:spLocks noGrp="1"/>
          </p:cNvSpPr>
          <p:nvPr>
            <p:ph type="sldNum" sz="quarter" idx="4"/>
          </p:nvPr>
        </p:nvSpPr>
        <p:spPr>
          <a:xfrm>
            <a:off x="10954908" y="7345516"/>
            <a:ext cx="3657600" cy="1746299"/>
          </a:xfrm>
          <a:prstGeom prst="rect">
            <a:avLst/>
          </a:prstGeom>
        </p:spPr>
        <p:txBody>
          <a:bodyPr vert="horz" lIns="91440" tIns="45720" rIns="91440" bIns="45720" rtlCol="0" anchor="b"/>
          <a:lstStyle>
            <a:lvl1pPr algn="r">
              <a:defRPr sz="12875" b="0">
                <a:ln>
                  <a:noFill/>
                </a:ln>
                <a:solidFill>
                  <a:schemeClr val="accent1">
                    <a:alpha val="25000"/>
                  </a:schemeClr>
                </a:solidFill>
                <a:latin typeface="+mj-lt"/>
              </a:defRPr>
            </a:lvl1pPr>
          </a:lstStyle>
          <a:p>
            <a:fld id="{AA408E61-C1F1-41E4-A41B-6DD76C736F1B}" type="slidenum">
              <a:rPr lang="es-PE" smtClean="0"/>
              <a:t>‹Nº›</a:t>
            </a:fld>
            <a:endParaRPr lang="es-PE"/>
          </a:p>
        </p:txBody>
      </p:sp>
    </p:spTree>
    <p:extLst>
      <p:ext uri="{BB962C8B-B14F-4D97-AF65-F5344CB8AC3E}">
        <p14:creationId xmlns:p14="http://schemas.microsoft.com/office/powerpoint/2010/main" val="287955447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1143000" rtl="0" eaLnBrk="1" latinLnBrk="0" hangingPunct="1">
        <a:lnSpc>
          <a:spcPct val="85000"/>
        </a:lnSpc>
        <a:spcBef>
          <a:spcPct val="0"/>
        </a:spcBef>
        <a:buNone/>
        <a:defRPr sz="6750" kern="1200" spc="-150" baseline="0">
          <a:solidFill>
            <a:schemeClr val="accent1"/>
          </a:solidFill>
          <a:latin typeface="+mj-lt"/>
          <a:ea typeface="+mj-ea"/>
          <a:cs typeface="+mj-cs"/>
        </a:defRPr>
      </a:lvl1pPr>
    </p:titleStyle>
    <p:bodyStyle>
      <a:lvl1pPr marL="114300" indent="-114300" algn="l" defTabSz="1143000" rtl="0" eaLnBrk="1" latinLnBrk="0" hangingPunct="1">
        <a:lnSpc>
          <a:spcPct val="85000"/>
        </a:lnSpc>
        <a:spcBef>
          <a:spcPts val="1625"/>
        </a:spcBef>
        <a:buFont typeface="Arial" pitchFamily="34" charset="0"/>
        <a:buChar char=" "/>
        <a:defRPr sz="3000" kern="1200">
          <a:solidFill>
            <a:schemeClr val="tx1">
              <a:lumMod val="85000"/>
              <a:lumOff val="15000"/>
            </a:schemeClr>
          </a:solidFill>
          <a:latin typeface="+mn-lt"/>
          <a:ea typeface="+mn-ea"/>
          <a:cs typeface="+mn-cs"/>
        </a:defRPr>
      </a:lvl1pPr>
      <a:lvl2pPr marL="434340" indent="-428625" algn="l" defTabSz="1143000" rtl="0" eaLnBrk="1" latinLnBrk="0" hangingPunct="1">
        <a:lnSpc>
          <a:spcPct val="85000"/>
        </a:lnSpc>
        <a:spcBef>
          <a:spcPts val="750"/>
        </a:spcBef>
        <a:buFont typeface="Arial" pitchFamily="34" charset="0"/>
        <a:buChar char=" "/>
        <a:defRPr sz="3000" kern="1200">
          <a:solidFill>
            <a:schemeClr val="tx1">
              <a:lumMod val="85000"/>
              <a:lumOff val="15000"/>
            </a:schemeClr>
          </a:solidFill>
          <a:latin typeface="+mn-lt"/>
          <a:ea typeface="+mn-ea"/>
          <a:cs typeface="+mn-cs"/>
        </a:defRPr>
      </a:lvl2pPr>
      <a:lvl3pPr marL="685800" indent="-685800" algn="l" defTabSz="1143000" rtl="0" eaLnBrk="1" latinLnBrk="0" hangingPunct="1">
        <a:lnSpc>
          <a:spcPct val="85000"/>
        </a:lnSpc>
        <a:spcBef>
          <a:spcPts val="750"/>
        </a:spcBef>
        <a:buFont typeface="Arial" pitchFamily="34" charset="0"/>
        <a:buChar char=" "/>
        <a:defRPr sz="2500" i="1" kern="1200">
          <a:solidFill>
            <a:schemeClr val="tx1">
              <a:lumMod val="85000"/>
              <a:lumOff val="15000"/>
            </a:schemeClr>
          </a:solidFill>
          <a:latin typeface="+mn-lt"/>
          <a:ea typeface="+mn-ea"/>
          <a:cs typeface="+mn-cs"/>
        </a:defRPr>
      </a:lvl3pPr>
      <a:lvl4pPr marL="1028700" indent="-1028700" algn="l" defTabSz="1143000" rtl="0" eaLnBrk="1" latinLnBrk="0" hangingPunct="1">
        <a:lnSpc>
          <a:spcPct val="85000"/>
        </a:lnSpc>
        <a:spcBef>
          <a:spcPts val="750"/>
        </a:spcBef>
        <a:buFont typeface="Arial" pitchFamily="34" charset="0"/>
        <a:buChar char=" "/>
        <a:defRPr sz="2250" kern="1200">
          <a:solidFill>
            <a:schemeClr val="tx1">
              <a:lumMod val="85000"/>
              <a:lumOff val="15000"/>
            </a:schemeClr>
          </a:solidFill>
          <a:latin typeface="+mn-lt"/>
          <a:ea typeface="+mn-ea"/>
          <a:cs typeface="+mn-cs"/>
        </a:defRPr>
      </a:lvl4pPr>
      <a:lvl5pPr marL="1371600" indent="-1371600" algn="l" defTabSz="1143000" rtl="0" eaLnBrk="1" latinLnBrk="0" hangingPunct="1">
        <a:lnSpc>
          <a:spcPct val="85000"/>
        </a:lnSpc>
        <a:spcBef>
          <a:spcPts val="750"/>
        </a:spcBef>
        <a:buFont typeface="Arial" pitchFamily="34" charset="0"/>
        <a:buChar char=" "/>
        <a:defRPr sz="2250" kern="1200">
          <a:solidFill>
            <a:schemeClr val="tx1">
              <a:lumMod val="85000"/>
              <a:lumOff val="15000"/>
            </a:schemeClr>
          </a:solidFill>
          <a:latin typeface="+mn-lt"/>
          <a:ea typeface="+mn-ea"/>
          <a:cs typeface="+mn-cs"/>
        </a:defRPr>
      </a:lvl5pPr>
      <a:lvl6pPr marL="1500000" indent="-285750" algn="l" defTabSz="1143000" rtl="0" eaLnBrk="1" latinLnBrk="0" hangingPunct="1">
        <a:lnSpc>
          <a:spcPct val="85000"/>
        </a:lnSpc>
        <a:spcBef>
          <a:spcPts val="750"/>
        </a:spcBef>
        <a:buFont typeface="Arial" pitchFamily="34" charset="0"/>
        <a:buChar char=" "/>
        <a:defRPr sz="2250" kern="1200">
          <a:solidFill>
            <a:schemeClr val="tx1">
              <a:lumMod val="85000"/>
              <a:lumOff val="15000"/>
            </a:schemeClr>
          </a:solidFill>
          <a:latin typeface="+mn-lt"/>
          <a:ea typeface="+mn-ea"/>
          <a:cs typeface="+mn-cs"/>
        </a:defRPr>
      </a:lvl6pPr>
      <a:lvl7pPr marL="1750000" indent="-285750" algn="l" defTabSz="1143000" rtl="0" eaLnBrk="1" latinLnBrk="0" hangingPunct="1">
        <a:lnSpc>
          <a:spcPct val="85000"/>
        </a:lnSpc>
        <a:spcBef>
          <a:spcPts val="750"/>
        </a:spcBef>
        <a:buFont typeface="Arial" pitchFamily="34" charset="0"/>
        <a:buChar char=" "/>
        <a:defRPr sz="2250" kern="1200">
          <a:solidFill>
            <a:schemeClr val="tx1">
              <a:lumMod val="85000"/>
              <a:lumOff val="15000"/>
            </a:schemeClr>
          </a:solidFill>
          <a:latin typeface="+mn-lt"/>
          <a:ea typeface="+mn-ea"/>
          <a:cs typeface="+mn-cs"/>
        </a:defRPr>
      </a:lvl7pPr>
      <a:lvl8pPr marL="2000000" indent="-285750" algn="l" defTabSz="1143000" rtl="0" eaLnBrk="1" latinLnBrk="0" hangingPunct="1">
        <a:lnSpc>
          <a:spcPct val="85000"/>
        </a:lnSpc>
        <a:spcBef>
          <a:spcPts val="750"/>
        </a:spcBef>
        <a:buFont typeface="Arial" pitchFamily="34" charset="0"/>
        <a:buChar char=" "/>
        <a:defRPr sz="2250" kern="1200">
          <a:solidFill>
            <a:schemeClr val="tx1">
              <a:lumMod val="85000"/>
              <a:lumOff val="15000"/>
            </a:schemeClr>
          </a:solidFill>
          <a:latin typeface="+mn-lt"/>
          <a:ea typeface="+mn-ea"/>
          <a:cs typeface="+mn-cs"/>
        </a:defRPr>
      </a:lvl8pPr>
      <a:lvl9pPr marL="2250000" indent="-285750" algn="l" defTabSz="1143000" rtl="0" eaLnBrk="1" latinLnBrk="0" hangingPunct="1">
        <a:lnSpc>
          <a:spcPct val="85000"/>
        </a:lnSpc>
        <a:spcBef>
          <a:spcPts val="750"/>
        </a:spcBef>
        <a:buFont typeface="Arial" pitchFamily="34" charset="0"/>
        <a:buChar char=" "/>
        <a:defRPr sz="2250" kern="1200">
          <a:solidFill>
            <a:schemeClr val="tx1">
              <a:lumMod val="85000"/>
              <a:lumOff val="15000"/>
            </a:schemeClr>
          </a:solidFill>
          <a:latin typeface="+mn-lt"/>
          <a:ea typeface="+mn-ea"/>
          <a:cs typeface="+mn-cs"/>
        </a:defRPr>
      </a:lvl9pPr>
    </p:bodyStyle>
    <p:otherStyle>
      <a:defPPr>
        <a:defRPr lang="en-US"/>
      </a:defPPr>
      <a:lvl1pPr marL="0" algn="l" defTabSz="1143000" rtl="0" eaLnBrk="1" latinLnBrk="0" hangingPunct="1">
        <a:defRPr sz="2250" kern="1200">
          <a:solidFill>
            <a:schemeClr val="tx1"/>
          </a:solidFill>
          <a:latin typeface="+mn-lt"/>
          <a:ea typeface="+mn-ea"/>
          <a:cs typeface="+mn-cs"/>
        </a:defRPr>
      </a:lvl1pPr>
      <a:lvl2pPr marL="571500" algn="l" defTabSz="1143000" rtl="0" eaLnBrk="1" latinLnBrk="0" hangingPunct="1">
        <a:defRPr sz="2250" kern="1200">
          <a:solidFill>
            <a:schemeClr val="tx1"/>
          </a:solidFill>
          <a:latin typeface="+mn-lt"/>
          <a:ea typeface="+mn-ea"/>
          <a:cs typeface="+mn-cs"/>
        </a:defRPr>
      </a:lvl2pPr>
      <a:lvl3pPr marL="1143000" algn="l" defTabSz="1143000" rtl="0" eaLnBrk="1" latinLnBrk="0" hangingPunct="1">
        <a:defRPr sz="2250" kern="1200">
          <a:solidFill>
            <a:schemeClr val="tx1"/>
          </a:solidFill>
          <a:latin typeface="+mn-lt"/>
          <a:ea typeface="+mn-ea"/>
          <a:cs typeface="+mn-cs"/>
        </a:defRPr>
      </a:lvl3pPr>
      <a:lvl4pPr marL="1714500" algn="l" defTabSz="1143000" rtl="0" eaLnBrk="1" latinLnBrk="0" hangingPunct="1">
        <a:defRPr sz="2250" kern="1200">
          <a:solidFill>
            <a:schemeClr val="tx1"/>
          </a:solidFill>
          <a:latin typeface="+mn-lt"/>
          <a:ea typeface="+mn-ea"/>
          <a:cs typeface="+mn-cs"/>
        </a:defRPr>
      </a:lvl4pPr>
      <a:lvl5pPr marL="2286000" algn="l" defTabSz="1143000" rtl="0" eaLnBrk="1" latinLnBrk="0" hangingPunct="1">
        <a:defRPr sz="2250" kern="1200">
          <a:solidFill>
            <a:schemeClr val="tx1"/>
          </a:solidFill>
          <a:latin typeface="+mn-lt"/>
          <a:ea typeface="+mn-ea"/>
          <a:cs typeface="+mn-cs"/>
        </a:defRPr>
      </a:lvl5pPr>
      <a:lvl6pPr marL="2857500" algn="l" defTabSz="1143000" rtl="0" eaLnBrk="1" latinLnBrk="0" hangingPunct="1">
        <a:defRPr sz="2250" kern="1200">
          <a:solidFill>
            <a:schemeClr val="tx1"/>
          </a:solidFill>
          <a:latin typeface="+mn-lt"/>
          <a:ea typeface="+mn-ea"/>
          <a:cs typeface="+mn-cs"/>
        </a:defRPr>
      </a:lvl6pPr>
      <a:lvl7pPr marL="3429000" algn="l" defTabSz="1143000" rtl="0" eaLnBrk="1" latinLnBrk="0" hangingPunct="1">
        <a:defRPr sz="2250" kern="1200">
          <a:solidFill>
            <a:schemeClr val="tx1"/>
          </a:solidFill>
          <a:latin typeface="+mn-lt"/>
          <a:ea typeface="+mn-ea"/>
          <a:cs typeface="+mn-cs"/>
        </a:defRPr>
      </a:lvl7pPr>
      <a:lvl8pPr marL="4000500" algn="l" defTabSz="1143000" rtl="0" eaLnBrk="1" latinLnBrk="0" hangingPunct="1">
        <a:defRPr sz="2250" kern="1200">
          <a:solidFill>
            <a:schemeClr val="tx1"/>
          </a:solidFill>
          <a:latin typeface="+mn-lt"/>
          <a:ea typeface="+mn-ea"/>
          <a:cs typeface="+mn-cs"/>
        </a:defRPr>
      </a:lvl8pPr>
      <a:lvl9pPr marL="4572000" algn="l" defTabSz="1143000" rtl="0" eaLnBrk="1" latinLnBrk="0" hangingPunct="1">
        <a:defRPr sz="22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C07F3AAC-AD3C-490A-8780-3F71A47BB9A5}"/>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dirty="0">
                <a:solidFill>
                  <a:srgbClr val="20252B"/>
                </a:solidFill>
                <a:latin typeface="Arial"/>
                <a:ea typeface="Arial"/>
                <a:cs typeface="Arial"/>
              </a:rPr>
              <a:t>Plataforma SaaS de </a:t>
            </a:r>
            <a:r>
              <a:rPr sz="3300" b="1" dirty="0" err="1">
                <a:solidFill>
                  <a:srgbClr val="20252B"/>
                </a:solidFill>
                <a:latin typeface="Arial"/>
                <a:ea typeface="Arial"/>
                <a:cs typeface="Arial"/>
              </a:rPr>
              <a:t>pastelerías</a:t>
            </a:r>
            <a:endParaRPr sz="3300" b="1" dirty="0">
              <a:solidFill>
                <a:srgbClr val="20252B"/>
              </a:solidFill>
              <a:latin typeface="Arial"/>
              <a:ea typeface="Arial"/>
              <a:cs typeface="Arial"/>
            </a:endParaRPr>
          </a:p>
        </p:txBody>
      </p:sp>
      <p:sp>
        <p:nvSpPr>
          <p:cNvPr id="2" name="Rectángulo 1">
            <a:extLst>
              <a:ext uri="{FF2B5EF4-FFF2-40B4-BE49-F238E27FC236}">
                <a16:creationId xmlns:a16="http://schemas.microsoft.com/office/drawing/2014/main" id="{D94F5A2D-C978-4251-8E14-6AA040A0D137}"/>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a:t>
            </a:r>
          </a:p>
        </p:txBody>
      </p:sp>
      <p:sp>
        <p:nvSpPr>
          <p:cNvPr id="3" name="Rectángulo 2">
            <a:extLst>
              <a:ext uri="{FF2B5EF4-FFF2-40B4-BE49-F238E27FC236}">
                <a16:creationId xmlns:a16="http://schemas.microsoft.com/office/drawing/2014/main" id="{EBD38BD4-69B5-451F-B056-B0B2060B34AC}"/>
              </a:ext>
            </a:extLst>
          </p:cNvPr>
          <p:cNvSpPr>
            <a:spLocks noGrp="1"/>
          </p:cNvSpPr>
          <p:nvPr/>
        </p:nvSpPr>
        <p:spPr>
          <a:xfrm>
            <a:off x="619125" y="2619375"/>
            <a:ext cx="13335000" cy="762000"/>
          </a:xfrm>
          <a:prstGeom prst="rect">
            <a:avLst/>
          </a:prstGeom>
          <a:noFill/>
          <a:ln w="0">
            <a:noFill/>
          </a:ln>
        </p:spPr>
        <p:txBody>
          <a:bodyPr lIns="0" tIns="0" rIns="0" bIns="0" anchor="ctr">
            <a:noAutofit/>
          </a:bodyPr>
          <a:lstStyle>
            <a:defPPr algn="l">
              <a:defRPr sz="3000" b="0">
                <a:solidFill>
                  <a:srgbClr val="20252B"/>
                </a:solidFill>
                <a:latin typeface="Arial"/>
                <a:ea typeface="Arial"/>
                <a:cs typeface="Arial"/>
              </a:defRPr>
            </a:defPPr>
            <a:lvl1pPr algn="l">
              <a:defRPr sz="3000" b="0">
                <a:solidFill>
                  <a:srgbClr val="20252B"/>
                </a:solidFill>
                <a:latin typeface="Arial"/>
                <a:ea typeface="Arial"/>
                <a:cs typeface="Arial"/>
              </a:defRPr>
            </a:lvl1pPr>
            <a:lvl2pPr algn="l">
              <a:defRPr sz="3000" b="0">
                <a:solidFill>
                  <a:srgbClr val="20252B"/>
                </a:solidFill>
                <a:latin typeface="Arial"/>
                <a:ea typeface="Arial"/>
                <a:cs typeface="Arial"/>
              </a:defRPr>
            </a:lvl2pPr>
            <a:lvl3pPr algn="l">
              <a:defRPr sz="3000" b="0">
                <a:solidFill>
                  <a:srgbClr val="20252B"/>
                </a:solidFill>
                <a:latin typeface="Arial"/>
                <a:ea typeface="Arial"/>
                <a:cs typeface="Arial"/>
              </a:defRPr>
            </a:lvl3pPr>
            <a:lvl4pPr algn="l">
              <a:defRPr sz="3000" b="0">
                <a:solidFill>
                  <a:srgbClr val="20252B"/>
                </a:solidFill>
                <a:latin typeface="Arial"/>
                <a:ea typeface="Arial"/>
                <a:cs typeface="Arial"/>
              </a:defRPr>
            </a:lvl4pPr>
            <a:lvl5pPr algn="l">
              <a:defRPr sz="3000" b="0">
                <a:solidFill>
                  <a:srgbClr val="20252B"/>
                </a:solidFill>
                <a:latin typeface="Arial"/>
                <a:ea typeface="Arial"/>
                <a:cs typeface="Arial"/>
              </a:defRPr>
            </a:lvl5pPr>
            <a:lvl6pPr algn="l">
              <a:defRPr sz="3000" b="0">
                <a:solidFill>
                  <a:srgbClr val="20252B"/>
                </a:solidFill>
                <a:latin typeface="Arial"/>
                <a:ea typeface="Arial"/>
                <a:cs typeface="Arial"/>
              </a:defRPr>
            </a:lvl6pPr>
            <a:lvl7pPr algn="l">
              <a:defRPr sz="3000" b="0">
                <a:solidFill>
                  <a:srgbClr val="20252B"/>
                </a:solidFill>
                <a:latin typeface="Arial"/>
                <a:ea typeface="Arial"/>
                <a:cs typeface="Arial"/>
              </a:defRPr>
            </a:lvl7pPr>
            <a:lvl8pPr algn="l">
              <a:defRPr sz="3000" b="0">
                <a:solidFill>
                  <a:srgbClr val="20252B"/>
                </a:solidFill>
                <a:latin typeface="Arial"/>
                <a:ea typeface="Arial"/>
                <a:cs typeface="Arial"/>
              </a:defRPr>
            </a:lvl8pPr>
            <a:lvl9pPr algn="l">
              <a:defRPr sz="3000" b="0">
                <a:solidFill>
                  <a:srgbClr val="20252B"/>
                </a:solidFill>
                <a:latin typeface="Arial"/>
                <a:ea typeface="Arial"/>
                <a:cs typeface="Arial"/>
              </a:defRPr>
            </a:lvl9pPr>
          </a:lstStyle>
          <a:p>
            <a:pPr algn="l">
              <a:defRPr sz="3000" b="0">
                <a:solidFill>
                  <a:srgbClr val="20252B"/>
                </a:solidFill>
                <a:latin typeface="Arial"/>
                <a:ea typeface="Arial"/>
                <a:cs typeface="Arial"/>
              </a:defRPr>
            </a:pPr>
            <a:r>
              <a:rPr sz="3000" b="0">
                <a:solidFill>
                  <a:srgbClr val="20252B"/>
                </a:solidFill>
                <a:latin typeface="Arial"/>
                <a:ea typeface="Arial"/>
                <a:cs typeface="Arial"/>
              </a:rPr>
              <a:t>Arquitectura y diseño de software</a:t>
            </a:r>
          </a:p>
        </p:txBody>
      </p:sp>
      <p:sp>
        <p:nvSpPr>
          <p:cNvPr id="4" name="Rectángulo 3">
            <a:extLst>
              <a:ext uri="{FF2B5EF4-FFF2-40B4-BE49-F238E27FC236}">
                <a16:creationId xmlns:a16="http://schemas.microsoft.com/office/drawing/2014/main" id="{76C15015-8960-4567-97A9-C63BEED44B84}"/>
              </a:ext>
            </a:extLst>
          </p:cNvPr>
          <p:cNvSpPr>
            <a:spLocks noGrp="1"/>
          </p:cNvSpPr>
          <p:nvPr/>
        </p:nvSpPr>
        <p:spPr>
          <a:xfrm>
            <a:off x="619125" y="4667250"/>
            <a:ext cx="11430000" cy="619125"/>
          </a:xfrm>
          <a:prstGeom prst="rect">
            <a:avLst/>
          </a:prstGeom>
          <a:noFill/>
          <a:ln w="0">
            <a:noFill/>
          </a:ln>
        </p:spPr>
        <p:txBody>
          <a:bodyPr lIns="0" tIns="0" rIns="0" bIns="0" anchor="ctr">
            <a:noAutofit/>
          </a:bodyPr>
          <a:lstStyle>
            <a:defPPr algn="l">
              <a:defRPr sz="2400" b="1">
                <a:solidFill>
                  <a:srgbClr val="20252B"/>
                </a:solidFill>
                <a:latin typeface="Arial"/>
                <a:ea typeface="Arial"/>
                <a:cs typeface="Arial"/>
              </a:defRPr>
            </a:defPPr>
            <a:lvl1pPr algn="l">
              <a:defRPr sz="2400" b="1">
                <a:solidFill>
                  <a:srgbClr val="20252B"/>
                </a:solidFill>
                <a:latin typeface="Arial"/>
                <a:ea typeface="Arial"/>
                <a:cs typeface="Arial"/>
              </a:defRPr>
            </a:lvl1pPr>
            <a:lvl2pPr algn="l">
              <a:defRPr sz="2400" b="1">
                <a:solidFill>
                  <a:srgbClr val="20252B"/>
                </a:solidFill>
                <a:latin typeface="Arial"/>
                <a:ea typeface="Arial"/>
                <a:cs typeface="Arial"/>
              </a:defRPr>
            </a:lvl2pPr>
            <a:lvl3pPr algn="l">
              <a:defRPr sz="2400" b="1">
                <a:solidFill>
                  <a:srgbClr val="20252B"/>
                </a:solidFill>
                <a:latin typeface="Arial"/>
                <a:ea typeface="Arial"/>
                <a:cs typeface="Arial"/>
              </a:defRPr>
            </a:lvl3pPr>
            <a:lvl4pPr algn="l">
              <a:defRPr sz="2400" b="1">
                <a:solidFill>
                  <a:srgbClr val="20252B"/>
                </a:solidFill>
                <a:latin typeface="Arial"/>
                <a:ea typeface="Arial"/>
                <a:cs typeface="Arial"/>
              </a:defRPr>
            </a:lvl4pPr>
            <a:lvl5pPr algn="l">
              <a:defRPr sz="2400" b="1">
                <a:solidFill>
                  <a:srgbClr val="20252B"/>
                </a:solidFill>
                <a:latin typeface="Arial"/>
                <a:ea typeface="Arial"/>
                <a:cs typeface="Arial"/>
              </a:defRPr>
            </a:lvl5pPr>
            <a:lvl6pPr algn="l">
              <a:defRPr sz="2400" b="1">
                <a:solidFill>
                  <a:srgbClr val="20252B"/>
                </a:solidFill>
                <a:latin typeface="Arial"/>
                <a:ea typeface="Arial"/>
                <a:cs typeface="Arial"/>
              </a:defRPr>
            </a:lvl6pPr>
            <a:lvl7pPr algn="l">
              <a:defRPr sz="2400" b="1">
                <a:solidFill>
                  <a:srgbClr val="20252B"/>
                </a:solidFill>
                <a:latin typeface="Arial"/>
                <a:ea typeface="Arial"/>
                <a:cs typeface="Arial"/>
              </a:defRPr>
            </a:lvl7pPr>
            <a:lvl8pPr algn="l">
              <a:defRPr sz="2400" b="1">
                <a:solidFill>
                  <a:srgbClr val="20252B"/>
                </a:solidFill>
                <a:latin typeface="Arial"/>
                <a:ea typeface="Arial"/>
                <a:cs typeface="Arial"/>
              </a:defRPr>
            </a:lvl8pPr>
            <a:lvl9pPr algn="l">
              <a:defRPr sz="2400" b="1">
                <a:solidFill>
                  <a:srgbClr val="20252B"/>
                </a:solidFill>
                <a:latin typeface="Arial"/>
                <a:ea typeface="Arial"/>
                <a:cs typeface="Arial"/>
              </a:defRPr>
            </a:lvl9pPr>
          </a:lstStyle>
          <a:p>
            <a:pPr algn="l">
              <a:defRPr sz="2400" b="1">
                <a:solidFill>
                  <a:srgbClr val="20252B"/>
                </a:solidFill>
                <a:latin typeface="Arial"/>
                <a:ea typeface="Arial"/>
                <a:cs typeface="Arial"/>
              </a:defRPr>
            </a:pPr>
            <a:r>
              <a:rPr sz="2400" b="1">
                <a:solidFill>
                  <a:srgbClr val="20252B"/>
                </a:solidFill>
                <a:latin typeface="Arial"/>
                <a:ea typeface="Arial"/>
                <a:cs typeface="Arial"/>
              </a:rPr>
              <a:t>Rudy Gómez</a:t>
            </a:r>
          </a:p>
        </p:txBody>
      </p:sp>
      <p:sp>
        <p:nvSpPr>
          <p:cNvPr id="5" name="Rectángulo 4">
            <a:extLst>
              <a:ext uri="{FF2B5EF4-FFF2-40B4-BE49-F238E27FC236}">
                <a16:creationId xmlns:a16="http://schemas.microsoft.com/office/drawing/2014/main" id="{75A9CD7A-102F-423F-87AF-AE8685099199}"/>
              </a:ext>
            </a:extLst>
          </p:cNvPr>
          <p:cNvSpPr>
            <a:spLocks noGrp="1"/>
          </p:cNvSpPr>
          <p:nvPr/>
        </p:nvSpPr>
        <p:spPr>
          <a:xfrm>
            <a:off x="619125" y="5524500"/>
            <a:ext cx="11430000" cy="952500"/>
          </a:xfrm>
          <a:prstGeom prst="rect">
            <a:avLst/>
          </a:prstGeom>
          <a:noFill/>
          <a:ln w="0">
            <a:noFill/>
          </a:ln>
        </p:spPr>
        <p:txBody>
          <a:bodyPr lIns="0" tIns="0" rIns="0" bIns="0" anchor="ctr">
            <a:noAutofit/>
          </a:bodyPr>
          <a:lstStyle>
            <a:defPPr algn="l">
              <a:defRPr sz="2175" b="0">
                <a:solidFill>
                  <a:srgbClr val="505861"/>
                </a:solidFill>
                <a:latin typeface="Arial"/>
                <a:ea typeface="Arial"/>
                <a:cs typeface="Arial"/>
              </a:defRPr>
            </a:defPPr>
            <a:lvl1pPr algn="l">
              <a:defRPr sz="2175" b="0">
                <a:solidFill>
                  <a:srgbClr val="505861"/>
                </a:solidFill>
                <a:latin typeface="Arial"/>
                <a:ea typeface="Arial"/>
                <a:cs typeface="Arial"/>
              </a:defRPr>
            </a:lvl1pPr>
            <a:lvl2pPr algn="l">
              <a:defRPr sz="2175" b="0">
                <a:solidFill>
                  <a:srgbClr val="505861"/>
                </a:solidFill>
                <a:latin typeface="Arial"/>
                <a:ea typeface="Arial"/>
                <a:cs typeface="Arial"/>
              </a:defRPr>
            </a:lvl2pPr>
            <a:lvl3pPr algn="l">
              <a:defRPr sz="2175" b="0">
                <a:solidFill>
                  <a:srgbClr val="505861"/>
                </a:solidFill>
                <a:latin typeface="Arial"/>
                <a:ea typeface="Arial"/>
                <a:cs typeface="Arial"/>
              </a:defRPr>
            </a:lvl3pPr>
            <a:lvl4pPr algn="l">
              <a:defRPr sz="2175" b="0">
                <a:solidFill>
                  <a:srgbClr val="505861"/>
                </a:solidFill>
                <a:latin typeface="Arial"/>
                <a:ea typeface="Arial"/>
                <a:cs typeface="Arial"/>
              </a:defRPr>
            </a:lvl4pPr>
            <a:lvl5pPr algn="l">
              <a:defRPr sz="2175" b="0">
                <a:solidFill>
                  <a:srgbClr val="505861"/>
                </a:solidFill>
                <a:latin typeface="Arial"/>
                <a:ea typeface="Arial"/>
                <a:cs typeface="Arial"/>
              </a:defRPr>
            </a:lvl5pPr>
            <a:lvl6pPr algn="l">
              <a:defRPr sz="2175" b="0">
                <a:solidFill>
                  <a:srgbClr val="505861"/>
                </a:solidFill>
                <a:latin typeface="Arial"/>
                <a:ea typeface="Arial"/>
                <a:cs typeface="Arial"/>
              </a:defRPr>
            </a:lvl6pPr>
            <a:lvl7pPr algn="l">
              <a:defRPr sz="2175" b="0">
                <a:solidFill>
                  <a:srgbClr val="505861"/>
                </a:solidFill>
                <a:latin typeface="Arial"/>
                <a:ea typeface="Arial"/>
                <a:cs typeface="Arial"/>
              </a:defRPr>
            </a:lvl7pPr>
            <a:lvl8pPr algn="l">
              <a:defRPr sz="2175" b="0">
                <a:solidFill>
                  <a:srgbClr val="505861"/>
                </a:solidFill>
                <a:latin typeface="Arial"/>
                <a:ea typeface="Arial"/>
                <a:cs typeface="Arial"/>
              </a:defRPr>
            </a:lvl8pPr>
            <a:lvl9pPr algn="l">
              <a:defRPr sz="2175" b="0">
                <a:solidFill>
                  <a:srgbClr val="505861"/>
                </a:solidFill>
                <a:latin typeface="Arial"/>
                <a:ea typeface="Arial"/>
                <a:cs typeface="Arial"/>
              </a:defRPr>
            </a:lvl9pPr>
          </a:lstStyle>
          <a:p>
            <a:pPr algn="l">
              <a:defRPr sz="2175" b="0">
                <a:solidFill>
                  <a:srgbClr val="505861"/>
                </a:solidFill>
                <a:latin typeface="Arial"/>
                <a:ea typeface="Arial"/>
                <a:cs typeface="Arial"/>
              </a:defRPr>
            </a:pPr>
            <a:r>
              <a:rPr sz="2175" b="0">
                <a:solidFill>
                  <a:srgbClr val="505861"/>
                </a:solidFill>
                <a:latin typeface="Arial"/>
                <a:ea typeface="Arial"/>
                <a:cs typeface="Arial"/>
              </a:rPr>
              <a:t>UNSCH</a:t>
            </a:r>
          </a:p>
          <a:p>
            <a:pPr algn="l">
              <a:defRPr sz="2175" b="0">
                <a:solidFill>
                  <a:srgbClr val="505861"/>
                </a:solidFill>
                <a:latin typeface="Arial"/>
                <a:ea typeface="Arial"/>
                <a:cs typeface="Arial"/>
              </a:defRPr>
            </a:pPr>
            <a:r>
              <a:rPr sz="2175" b="0">
                <a:solidFill>
                  <a:srgbClr val="505861"/>
                </a:solidFill>
                <a:latin typeface="Arial"/>
                <a:ea typeface="Arial"/>
                <a:cs typeface="Arial"/>
              </a:rPr>
              <a:t>Arquitectura de Software</a:t>
            </a:r>
          </a:p>
        </p:txBody>
      </p:sp>
    </p:spTree>
    <p:extLst>
      <p:ext uri="{BB962C8B-B14F-4D97-AF65-F5344CB8AC3E}">
        <p14:creationId xmlns:p14="http://schemas.microsoft.com/office/powerpoint/2010/main" val="364832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37376780-1CD1-4F18-859C-8D2FDB69EF11}"/>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Problema y actores</a:t>
            </a:r>
          </a:p>
        </p:txBody>
      </p:sp>
      <p:sp>
        <p:nvSpPr>
          <p:cNvPr id="2" name="Rectángulo 1">
            <a:extLst>
              <a:ext uri="{FF2B5EF4-FFF2-40B4-BE49-F238E27FC236}">
                <a16:creationId xmlns:a16="http://schemas.microsoft.com/office/drawing/2014/main" id="{8BD8F4D0-BF5B-4BBB-8C15-D1C722BDBEA8}"/>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2</a:t>
            </a:r>
          </a:p>
        </p:txBody>
      </p:sp>
      <p:sp>
        <p:nvSpPr>
          <p:cNvPr id="3" name="Rectángulo 2">
            <a:extLst>
              <a:ext uri="{FF2B5EF4-FFF2-40B4-BE49-F238E27FC236}">
                <a16:creationId xmlns:a16="http://schemas.microsoft.com/office/drawing/2014/main" id="{C4B9D4B3-4CFC-46EF-8B3E-799BD4AE0394}"/>
              </a:ext>
            </a:extLst>
          </p:cNvPr>
          <p:cNvSpPr>
            <a:spLocks noGrp="1"/>
          </p:cNvSpPr>
          <p:nvPr/>
        </p:nvSpPr>
        <p:spPr>
          <a:xfrm>
            <a:off x="619125" y="2095500"/>
            <a:ext cx="6191250" cy="762000"/>
          </a:xfrm>
          <a:prstGeom prst="rect">
            <a:avLst/>
          </a:prstGeom>
          <a:noFill/>
          <a:ln w="0">
            <a:noFill/>
          </a:ln>
        </p:spPr>
        <p:txBody>
          <a:bodyPr lIns="0" tIns="0" rIns="0" bIns="0" anchor="ctr">
            <a:noAutofit/>
          </a:bodyPr>
          <a:lstStyle>
            <a:defPPr algn="l">
              <a:defRPr sz="2550" b="1">
                <a:solidFill>
                  <a:srgbClr val="20252B"/>
                </a:solidFill>
                <a:latin typeface="Arial"/>
                <a:ea typeface="Arial"/>
                <a:cs typeface="Arial"/>
              </a:defRPr>
            </a:defPPr>
            <a:lvl1pPr algn="l">
              <a:defRPr sz="2550" b="1">
                <a:solidFill>
                  <a:srgbClr val="20252B"/>
                </a:solidFill>
                <a:latin typeface="Arial"/>
                <a:ea typeface="Arial"/>
                <a:cs typeface="Arial"/>
              </a:defRPr>
            </a:lvl1pPr>
            <a:lvl2pPr algn="l">
              <a:defRPr sz="2550" b="1">
                <a:solidFill>
                  <a:srgbClr val="20252B"/>
                </a:solidFill>
                <a:latin typeface="Arial"/>
                <a:ea typeface="Arial"/>
                <a:cs typeface="Arial"/>
              </a:defRPr>
            </a:lvl2pPr>
            <a:lvl3pPr algn="l">
              <a:defRPr sz="2550" b="1">
                <a:solidFill>
                  <a:srgbClr val="20252B"/>
                </a:solidFill>
                <a:latin typeface="Arial"/>
                <a:ea typeface="Arial"/>
                <a:cs typeface="Arial"/>
              </a:defRPr>
            </a:lvl3pPr>
            <a:lvl4pPr algn="l">
              <a:defRPr sz="2550" b="1">
                <a:solidFill>
                  <a:srgbClr val="20252B"/>
                </a:solidFill>
                <a:latin typeface="Arial"/>
                <a:ea typeface="Arial"/>
                <a:cs typeface="Arial"/>
              </a:defRPr>
            </a:lvl4pPr>
            <a:lvl5pPr algn="l">
              <a:defRPr sz="2550" b="1">
                <a:solidFill>
                  <a:srgbClr val="20252B"/>
                </a:solidFill>
                <a:latin typeface="Arial"/>
                <a:ea typeface="Arial"/>
                <a:cs typeface="Arial"/>
              </a:defRPr>
            </a:lvl5pPr>
            <a:lvl6pPr algn="l">
              <a:defRPr sz="2550" b="1">
                <a:solidFill>
                  <a:srgbClr val="20252B"/>
                </a:solidFill>
                <a:latin typeface="Arial"/>
                <a:ea typeface="Arial"/>
                <a:cs typeface="Arial"/>
              </a:defRPr>
            </a:lvl6pPr>
            <a:lvl7pPr algn="l">
              <a:defRPr sz="2550" b="1">
                <a:solidFill>
                  <a:srgbClr val="20252B"/>
                </a:solidFill>
                <a:latin typeface="Arial"/>
                <a:ea typeface="Arial"/>
                <a:cs typeface="Arial"/>
              </a:defRPr>
            </a:lvl7pPr>
            <a:lvl8pPr algn="l">
              <a:defRPr sz="2550" b="1">
                <a:solidFill>
                  <a:srgbClr val="20252B"/>
                </a:solidFill>
                <a:latin typeface="Arial"/>
                <a:ea typeface="Arial"/>
                <a:cs typeface="Arial"/>
              </a:defRPr>
            </a:lvl8pPr>
            <a:lvl9pPr algn="l">
              <a:defRPr sz="2550" b="1">
                <a:solidFill>
                  <a:srgbClr val="20252B"/>
                </a:solidFill>
                <a:latin typeface="Arial"/>
                <a:ea typeface="Arial"/>
                <a:cs typeface="Arial"/>
              </a:defRPr>
            </a:lvl9pPr>
          </a:lstStyle>
          <a:p>
            <a:pPr algn="l">
              <a:defRPr sz="2550" b="1">
                <a:solidFill>
                  <a:srgbClr val="20252B"/>
                </a:solidFill>
                <a:latin typeface="Arial"/>
                <a:ea typeface="Arial"/>
                <a:cs typeface="Arial"/>
              </a:defRPr>
            </a:pPr>
            <a:r>
              <a:rPr sz="2550" b="1">
                <a:solidFill>
                  <a:srgbClr val="20252B"/>
                </a:solidFill>
                <a:latin typeface="Arial"/>
                <a:ea typeface="Arial"/>
                <a:cs typeface="Arial"/>
              </a:rPr>
              <a:t>El problema que aborda el diseño</a:t>
            </a:r>
          </a:p>
        </p:txBody>
      </p:sp>
      <p:sp>
        <p:nvSpPr>
          <p:cNvPr id="4" name="Rectángulo 3">
            <a:extLst>
              <a:ext uri="{FF2B5EF4-FFF2-40B4-BE49-F238E27FC236}">
                <a16:creationId xmlns:a16="http://schemas.microsoft.com/office/drawing/2014/main" id="{A814B135-197B-478B-99A0-9D15A5E2767F}"/>
              </a:ext>
            </a:extLst>
          </p:cNvPr>
          <p:cNvSpPr>
            <a:spLocks noGrp="1"/>
          </p:cNvSpPr>
          <p:nvPr/>
        </p:nvSpPr>
        <p:spPr>
          <a:xfrm>
            <a:off x="619125" y="2952750"/>
            <a:ext cx="6191250" cy="1666875"/>
          </a:xfrm>
          <a:prstGeom prst="rect">
            <a:avLst/>
          </a:prstGeom>
          <a:noFill/>
          <a:ln w="0">
            <a:noFill/>
          </a:ln>
        </p:spPr>
        <p:txBody>
          <a:bodyPr lIns="0" tIns="0" rIns="0" bIns="0" anchor="ctr">
            <a:noAutofit/>
          </a:bodyPr>
          <a:lstStyle>
            <a:defPPr algn="l">
              <a:defRPr sz="2400" b="0">
                <a:solidFill>
                  <a:srgbClr val="20252B"/>
                </a:solidFill>
                <a:latin typeface="Arial"/>
                <a:ea typeface="Arial"/>
                <a:cs typeface="Arial"/>
              </a:defRPr>
            </a:defPPr>
            <a:lvl1pPr algn="l">
              <a:defRPr sz="2400" b="0">
                <a:solidFill>
                  <a:srgbClr val="20252B"/>
                </a:solidFill>
                <a:latin typeface="Arial"/>
                <a:ea typeface="Arial"/>
                <a:cs typeface="Arial"/>
              </a:defRPr>
            </a:lvl1pPr>
            <a:lvl2pPr algn="l">
              <a:defRPr sz="2400" b="0">
                <a:solidFill>
                  <a:srgbClr val="20252B"/>
                </a:solidFill>
                <a:latin typeface="Arial"/>
                <a:ea typeface="Arial"/>
                <a:cs typeface="Arial"/>
              </a:defRPr>
            </a:lvl2pPr>
            <a:lvl3pPr algn="l">
              <a:defRPr sz="2400" b="0">
                <a:solidFill>
                  <a:srgbClr val="20252B"/>
                </a:solidFill>
                <a:latin typeface="Arial"/>
                <a:ea typeface="Arial"/>
                <a:cs typeface="Arial"/>
              </a:defRPr>
            </a:lvl3pPr>
            <a:lvl4pPr algn="l">
              <a:defRPr sz="2400" b="0">
                <a:solidFill>
                  <a:srgbClr val="20252B"/>
                </a:solidFill>
                <a:latin typeface="Arial"/>
                <a:ea typeface="Arial"/>
                <a:cs typeface="Arial"/>
              </a:defRPr>
            </a:lvl4pPr>
            <a:lvl5pPr algn="l">
              <a:defRPr sz="2400" b="0">
                <a:solidFill>
                  <a:srgbClr val="20252B"/>
                </a:solidFill>
                <a:latin typeface="Arial"/>
                <a:ea typeface="Arial"/>
                <a:cs typeface="Arial"/>
              </a:defRPr>
            </a:lvl5pPr>
            <a:lvl6pPr algn="l">
              <a:defRPr sz="2400" b="0">
                <a:solidFill>
                  <a:srgbClr val="20252B"/>
                </a:solidFill>
                <a:latin typeface="Arial"/>
                <a:ea typeface="Arial"/>
                <a:cs typeface="Arial"/>
              </a:defRPr>
            </a:lvl6pPr>
            <a:lvl7pPr algn="l">
              <a:defRPr sz="2400" b="0">
                <a:solidFill>
                  <a:srgbClr val="20252B"/>
                </a:solidFill>
                <a:latin typeface="Arial"/>
                <a:ea typeface="Arial"/>
                <a:cs typeface="Arial"/>
              </a:defRPr>
            </a:lvl7pPr>
            <a:lvl8pPr algn="l">
              <a:defRPr sz="2400" b="0">
                <a:solidFill>
                  <a:srgbClr val="20252B"/>
                </a:solidFill>
                <a:latin typeface="Arial"/>
                <a:ea typeface="Arial"/>
                <a:cs typeface="Arial"/>
              </a:defRPr>
            </a:lvl8pPr>
            <a:lvl9pPr algn="l">
              <a:defRPr sz="2400" b="0">
                <a:solidFill>
                  <a:srgbClr val="20252B"/>
                </a:solidFill>
                <a:latin typeface="Arial"/>
                <a:ea typeface="Arial"/>
                <a:cs typeface="Arial"/>
              </a:defRPr>
            </a:lvl9pPr>
          </a:lstStyle>
          <a:p>
            <a:pPr algn="l">
              <a:defRPr sz="2400" b="0">
                <a:solidFill>
                  <a:srgbClr val="20252B"/>
                </a:solidFill>
                <a:latin typeface="Arial"/>
                <a:ea typeface="Arial"/>
                <a:cs typeface="Arial"/>
              </a:defRPr>
            </a:pPr>
            <a:r>
              <a:rPr sz="2400" b="0">
                <a:solidFill>
                  <a:srgbClr val="20252B"/>
                </a:solidFill>
                <a:latin typeface="Arial"/>
                <a:ea typeface="Arial"/>
                <a:cs typeface="Arial"/>
              </a:rPr>
              <a:t>Una venta puede quedar registrada</a:t>
            </a:r>
          </a:p>
          <a:p>
            <a:pPr algn="l">
              <a:defRPr sz="2400" b="0">
                <a:solidFill>
                  <a:srgbClr val="20252B"/>
                </a:solidFill>
                <a:latin typeface="Arial"/>
                <a:ea typeface="Arial"/>
                <a:cs typeface="Arial"/>
              </a:defRPr>
            </a:pPr>
            <a:r>
              <a:rPr sz="2400" b="0">
                <a:solidFill>
                  <a:srgbClr val="20252B"/>
                </a:solidFill>
                <a:latin typeface="Arial"/>
                <a:ea typeface="Arial"/>
                <a:cs typeface="Arial"/>
              </a:rPr>
              <a:t>sin actualizar el stock o la caja.</a:t>
            </a:r>
          </a:p>
          <a:p>
            <a:pPr algn="l">
              <a:defRPr sz="2400" b="0">
                <a:solidFill>
                  <a:srgbClr val="20252B"/>
                </a:solidFill>
                <a:latin typeface="Arial"/>
                <a:ea typeface="Arial"/>
                <a:cs typeface="Arial"/>
              </a:defRPr>
            </a:pPr>
            <a:r>
              <a:rPr sz="2400" b="0">
                <a:solidFill>
                  <a:srgbClr val="20252B"/>
                </a:solidFill>
                <a:latin typeface="Arial"/>
                <a:ea typeface="Arial"/>
                <a:cs typeface="Arial"/>
              </a:rPr>
              <a:t>Después es difícil explicar la diferencia.</a:t>
            </a:r>
          </a:p>
        </p:txBody>
      </p:sp>
      <p:sp>
        <p:nvSpPr>
          <p:cNvPr id="5" name="Rectángulo 4">
            <a:extLst>
              <a:ext uri="{FF2B5EF4-FFF2-40B4-BE49-F238E27FC236}">
                <a16:creationId xmlns:a16="http://schemas.microsoft.com/office/drawing/2014/main" id="{6EB91D77-FB90-4160-ACA0-02856FC19F06}"/>
              </a:ext>
            </a:extLst>
          </p:cNvPr>
          <p:cNvSpPr>
            <a:spLocks noGrp="1"/>
          </p:cNvSpPr>
          <p:nvPr/>
        </p:nvSpPr>
        <p:spPr>
          <a:xfrm>
            <a:off x="619125" y="5143500"/>
            <a:ext cx="6096000" cy="457200"/>
          </a:xfrm>
          <a:prstGeom prst="rect">
            <a:avLst/>
          </a:prstGeom>
          <a:noFill/>
          <a:ln w="0">
            <a:noFill/>
          </a:ln>
        </p:spPr>
        <p:txBody>
          <a:bodyPr lIns="0" tIns="0" rIns="0" bIns="0" anchor="ctr">
            <a:noAutofit/>
          </a:bodyPr>
          <a:lstStyle>
            <a:defPPr algn="l">
              <a:defRPr sz="1875" b="1">
                <a:solidFill>
                  <a:srgbClr val="505861"/>
                </a:solidFill>
                <a:latin typeface="Arial"/>
                <a:ea typeface="Arial"/>
                <a:cs typeface="Arial"/>
              </a:defRPr>
            </a:defPPr>
            <a:lvl1pPr algn="l">
              <a:defRPr sz="1875" b="1">
                <a:solidFill>
                  <a:srgbClr val="505861"/>
                </a:solidFill>
                <a:latin typeface="Arial"/>
                <a:ea typeface="Arial"/>
                <a:cs typeface="Arial"/>
              </a:defRPr>
            </a:lvl1pPr>
            <a:lvl2pPr algn="l">
              <a:defRPr sz="1875" b="1">
                <a:solidFill>
                  <a:srgbClr val="505861"/>
                </a:solidFill>
                <a:latin typeface="Arial"/>
                <a:ea typeface="Arial"/>
                <a:cs typeface="Arial"/>
              </a:defRPr>
            </a:lvl2pPr>
            <a:lvl3pPr algn="l">
              <a:defRPr sz="1875" b="1">
                <a:solidFill>
                  <a:srgbClr val="505861"/>
                </a:solidFill>
                <a:latin typeface="Arial"/>
                <a:ea typeface="Arial"/>
                <a:cs typeface="Arial"/>
              </a:defRPr>
            </a:lvl3pPr>
            <a:lvl4pPr algn="l">
              <a:defRPr sz="1875" b="1">
                <a:solidFill>
                  <a:srgbClr val="505861"/>
                </a:solidFill>
                <a:latin typeface="Arial"/>
                <a:ea typeface="Arial"/>
                <a:cs typeface="Arial"/>
              </a:defRPr>
            </a:lvl4pPr>
            <a:lvl5pPr algn="l">
              <a:defRPr sz="1875" b="1">
                <a:solidFill>
                  <a:srgbClr val="505861"/>
                </a:solidFill>
                <a:latin typeface="Arial"/>
                <a:ea typeface="Arial"/>
                <a:cs typeface="Arial"/>
              </a:defRPr>
            </a:lvl5pPr>
            <a:lvl6pPr algn="l">
              <a:defRPr sz="1875" b="1">
                <a:solidFill>
                  <a:srgbClr val="505861"/>
                </a:solidFill>
                <a:latin typeface="Arial"/>
                <a:ea typeface="Arial"/>
                <a:cs typeface="Arial"/>
              </a:defRPr>
            </a:lvl6pPr>
            <a:lvl7pPr algn="l">
              <a:defRPr sz="1875" b="1">
                <a:solidFill>
                  <a:srgbClr val="505861"/>
                </a:solidFill>
                <a:latin typeface="Arial"/>
                <a:ea typeface="Arial"/>
                <a:cs typeface="Arial"/>
              </a:defRPr>
            </a:lvl7pPr>
            <a:lvl8pPr algn="l">
              <a:defRPr sz="1875" b="1">
                <a:solidFill>
                  <a:srgbClr val="505861"/>
                </a:solidFill>
                <a:latin typeface="Arial"/>
                <a:ea typeface="Arial"/>
                <a:cs typeface="Arial"/>
              </a:defRPr>
            </a:lvl8pPr>
            <a:lvl9pPr algn="l">
              <a:defRPr sz="1875" b="1">
                <a:solidFill>
                  <a:srgbClr val="505861"/>
                </a:solidFill>
                <a:latin typeface="Arial"/>
                <a:ea typeface="Arial"/>
                <a:cs typeface="Arial"/>
              </a:defRPr>
            </a:lvl9pPr>
          </a:lstStyle>
          <a:p>
            <a:pPr algn="l">
              <a:defRPr sz="1875" b="1">
                <a:solidFill>
                  <a:srgbClr val="505861"/>
                </a:solidFill>
                <a:latin typeface="Arial"/>
                <a:ea typeface="Arial"/>
                <a:cs typeface="Arial"/>
              </a:defRPr>
            </a:pPr>
            <a:r>
              <a:rPr sz="1875" b="1">
                <a:solidFill>
                  <a:srgbClr val="505861"/>
                </a:solidFill>
                <a:latin typeface="Arial"/>
                <a:ea typeface="Arial"/>
                <a:cs typeface="Arial"/>
              </a:rPr>
              <a:t>Necesidad</a:t>
            </a:r>
          </a:p>
        </p:txBody>
      </p:sp>
      <p:sp>
        <p:nvSpPr>
          <p:cNvPr id="6" name="Rectángulo 5">
            <a:extLst>
              <a:ext uri="{FF2B5EF4-FFF2-40B4-BE49-F238E27FC236}">
                <a16:creationId xmlns:a16="http://schemas.microsoft.com/office/drawing/2014/main" id="{32AAAA28-1CDF-4F67-A76F-FFADD6E2E3AF}"/>
              </a:ext>
            </a:extLst>
          </p:cNvPr>
          <p:cNvSpPr>
            <a:spLocks noGrp="1"/>
          </p:cNvSpPr>
          <p:nvPr/>
        </p:nvSpPr>
        <p:spPr>
          <a:xfrm>
            <a:off x="619125" y="5743575"/>
            <a:ext cx="6286500" cy="1238250"/>
          </a:xfrm>
          <a:prstGeom prst="rect">
            <a:avLst/>
          </a:prstGeom>
          <a:noFill/>
          <a:ln w="0">
            <a:noFill/>
          </a:ln>
        </p:spPr>
        <p:txBody>
          <a:bodyPr lIns="0" tIns="0" rIns="0" bIns="0" anchor="ctr">
            <a:noAutofit/>
          </a:bodyPr>
          <a:lstStyle>
            <a:defPPr algn="l">
              <a:defRPr sz="2550" b="1">
                <a:solidFill>
                  <a:srgbClr val="20252B"/>
                </a:solidFill>
                <a:latin typeface="Arial"/>
                <a:ea typeface="Arial"/>
                <a:cs typeface="Arial"/>
              </a:defRPr>
            </a:defPPr>
            <a:lvl1pPr algn="l">
              <a:defRPr sz="2550" b="1">
                <a:solidFill>
                  <a:srgbClr val="20252B"/>
                </a:solidFill>
                <a:latin typeface="Arial"/>
                <a:ea typeface="Arial"/>
                <a:cs typeface="Arial"/>
              </a:defRPr>
            </a:lvl1pPr>
            <a:lvl2pPr algn="l">
              <a:defRPr sz="2550" b="1">
                <a:solidFill>
                  <a:srgbClr val="20252B"/>
                </a:solidFill>
                <a:latin typeface="Arial"/>
                <a:ea typeface="Arial"/>
                <a:cs typeface="Arial"/>
              </a:defRPr>
            </a:lvl2pPr>
            <a:lvl3pPr algn="l">
              <a:defRPr sz="2550" b="1">
                <a:solidFill>
                  <a:srgbClr val="20252B"/>
                </a:solidFill>
                <a:latin typeface="Arial"/>
                <a:ea typeface="Arial"/>
                <a:cs typeface="Arial"/>
              </a:defRPr>
            </a:lvl3pPr>
            <a:lvl4pPr algn="l">
              <a:defRPr sz="2550" b="1">
                <a:solidFill>
                  <a:srgbClr val="20252B"/>
                </a:solidFill>
                <a:latin typeface="Arial"/>
                <a:ea typeface="Arial"/>
                <a:cs typeface="Arial"/>
              </a:defRPr>
            </a:lvl4pPr>
            <a:lvl5pPr algn="l">
              <a:defRPr sz="2550" b="1">
                <a:solidFill>
                  <a:srgbClr val="20252B"/>
                </a:solidFill>
                <a:latin typeface="Arial"/>
                <a:ea typeface="Arial"/>
                <a:cs typeface="Arial"/>
              </a:defRPr>
            </a:lvl5pPr>
            <a:lvl6pPr algn="l">
              <a:defRPr sz="2550" b="1">
                <a:solidFill>
                  <a:srgbClr val="20252B"/>
                </a:solidFill>
                <a:latin typeface="Arial"/>
                <a:ea typeface="Arial"/>
                <a:cs typeface="Arial"/>
              </a:defRPr>
            </a:lvl6pPr>
            <a:lvl7pPr algn="l">
              <a:defRPr sz="2550" b="1">
                <a:solidFill>
                  <a:srgbClr val="20252B"/>
                </a:solidFill>
                <a:latin typeface="Arial"/>
                <a:ea typeface="Arial"/>
                <a:cs typeface="Arial"/>
              </a:defRPr>
            </a:lvl7pPr>
            <a:lvl8pPr algn="l">
              <a:defRPr sz="2550" b="1">
                <a:solidFill>
                  <a:srgbClr val="20252B"/>
                </a:solidFill>
                <a:latin typeface="Arial"/>
                <a:ea typeface="Arial"/>
                <a:cs typeface="Arial"/>
              </a:defRPr>
            </a:lvl8pPr>
            <a:lvl9pPr algn="l">
              <a:defRPr sz="2550" b="1">
                <a:solidFill>
                  <a:srgbClr val="20252B"/>
                </a:solidFill>
                <a:latin typeface="Arial"/>
                <a:ea typeface="Arial"/>
                <a:cs typeface="Arial"/>
              </a:defRPr>
            </a:lvl9pPr>
          </a:lstStyle>
          <a:p>
            <a:pPr algn="l">
              <a:defRPr sz="2550" b="1">
                <a:solidFill>
                  <a:srgbClr val="20252B"/>
                </a:solidFill>
                <a:latin typeface="Arial"/>
                <a:ea typeface="Arial"/>
                <a:cs typeface="Arial"/>
              </a:defRPr>
            </a:pPr>
            <a:r>
              <a:rPr sz="2550" b="1">
                <a:solidFill>
                  <a:srgbClr val="20252B"/>
                </a:solidFill>
                <a:latin typeface="Arial"/>
                <a:ea typeface="Arial"/>
                <a:cs typeface="Arial"/>
              </a:rPr>
              <a:t>Conectar los registros y mantener</a:t>
            </a:r>
          </a:p>
          <a:p>
            <a:pPr algn="l">
              <a:defRPr sz="2550" b="1">
                <a:solidFill>
                  <a:srgbClr val="20252B"/>
                </a:solidFill>
                <a:latin typeface="Arial"/>
                <a:ea typeface="Arial"/>
                <a:cs typeface="Arial"/>
              </a:defRPr>
            </a:pPr>
            <a:r>
              <a:rPr sz="2550" b="1">
                <a:solidFill>
                  <a:srgbClr val="20252B"/>
                </a:solidFill>
                <a:latin typeface="Arial"/>
                <a:ea typeface="Arial"/>
                <a:cs typeface="Arial"/>
              </a:rPr>
              <a:t>separada la información de cada negocio.</a:t>
            </a:r>
          </a:p>
        </p:txBody>
      </p:sp>
      <p:sp>
        <p:nvSpPr>
          <p:cNvPr id="7" name="Rectángulo 6">
            <a:extLst>
              <a:ext uri="{FF2B5EF4-FFF2-40B4-BE49-F238E27FC236}">
                <a16:creationId xmlns:a16="http://schemas.microsoft.com/office/drawing/2014/main" id="{1676EDF7-5CCE-45D0-9B5D-DAB8B632C69C}"/>
              </a:ext>
            </a:extLst>
          </p:cNvPr>
          <p:cNvSpPr>
            <a:spLocks noGrp="1"/>
          </p:cNvSpPr>
          <p:nvPr/>
        </p:nvSpPr>
        <p:spPr>
          <a:xfrm>
            <a:off x="7770495" y="428625"/>
            <a:ext cx="6477000" cy="523875"/>
          </a:xfrm>
          <a:prstGeom prst="rect">
            <a:avLst/>
          </a:prstGeom>
          <a:noFill/>
          <a:ln w="0">
            <a:noFill/>
          </a:ln>
        </p:spPr>
        <p:txBody>
          <a:bodyPr lIns="0" tIns="0" rIns="0" bIns="0" anchor="ctr">
            <a:noAutofit/>
          </a:bodyPr>
          <a:lstStyle>
            <a:defPPr algn="l">
              <a:defRPr sz="2550" b="1">
                <a:solidFill>
                  <a:srgbClr val="20252B"/>
                </a:solidFill>
                <a:latin typeface="Arial"/>
                <a:ea typeface="Arial"/>
                <a:cs typeface="Arial"/>
              </a:defRPr>
            </a:defPPr>
            <a:lvl1pPr algn="l">
              <a:defRPr sz="2550" b="1">
                <a:solidFill>
                  <a:srgbClr val="20252B"/>
                </a:solidFill>
                <a:latin typeface="Arial"/>
                <a:ea typeface="Arial"/>
                <a:cs typeface="Arial"/>
              </a:defRPr>
            </a:lvl1pPr>
            <a:lvl2pPr algn="l">
              <a:defRPr sz="2550" b="1">
                <a:solidFill>
                  <a:srgbClr val="20252B"/>
                </a:solidFill>
                <a:latin typeface="Arial"/>
                <a:ea typeface="Arial"/>
                <a:cs typeface="Arial"/>
              </a:defRPr>
            </a:lvl2pPr>
            <a:lvl3pPr algn="l">
              <a:defRPr sz="2550" b="1">
                <a:solidFill>
                  <a:srgbClr val="20252B"/>
                </a:solidFill>
                <a:latin typeface="Arial"/>
                <a:ea typeface="Arial"/>
                <a:cs typeface="Arial"/>
              </a:defRPr>
            </a:lvl3pPr>
            <a:lvl4pPr algn="l">
              <a:defRPr sz="2550" b="1">
                <a:solidFill>
                  <a:srgbClr val="20252B"/>
                </a:solidFill>
                <a:latin typeface="Arial"/>
                <a:ea typeface="Arial"/>
                <a:cs typeface="Arial"/>
              </a:defRPr>
            </a:lvl4pPr>
            <a:lvl5pPr algn="l">
              <a:defRPr sz="2550" b="1">
                <a:solidFill>
                  <a:srgbClr val="20252B"/>
                </a:solidFill>
                <a:latin typeface="Arial"/>
                <a:ea typeface="Arial"/>
                <a:cs typeface="Arial"/>
              </a:defRPr>
            </a:lvl5pPr>
            <a:lvl6pPr algn="l">
              <a:defRPr sz="2550" b="1">
                <a:solidFill>
                  <a:srgbClr val="20252B"/>
                </a:solidFill>
                <a:latin typeface="Arial"/>
                <a:ea typeface="Arial"/>
                <a:cs typeface="Arial"/>
              </a:defRPr>
            </a:lvl6pPr>
            <a:lvl7pPr algn="l">
              <a:defRPr sz="2550" b="1">
                <a:solidFill>
                  <a:srgbClr val="20252B"/>
                </a:solidFill>
                <a:latin typeface="Arial"/>
                <a:ea typeface="Arial"/>
                <a:cs typeface="Arial"/>
              </a:defRPr>
            </a:lvl7pPr>
            <a:lvl8pPr algn="l">
              <a:defRPr sz="2550" b="1">
                <a:solidFill>
                  <a:srgbClr val="20252B"/>
                </a:solidFill>
                <a:latin typeface="Arial"/>
                <a:ea typeface="Arial"/>
                <a:cs typeface="Arial"/>
              </a:defRPr>
            </a:lvl8pPr>
            <a:lvl9pPr algn="l">
              <a:defRPr sz="2550" b="1">
                <a:solidFill>
                  <a:srgbClr val="20252B"/>
                </a:solidFill>
                <a:latin typeface="Arial"/>
                <a:ea typeface="Arial"/>
                <a:cs typeface="Arial"/>
              </a:defRPr>
            </a:lvl9pPr>
          </a:lstStyle>
          <a:p>
            <a:pPr algn="ctr">
              <a:defRPr sz="2550" b="1">
                <a:solidFill>
                  <a:srgbClr val="20252B"/>
                </a:solidFill>
                <a:latin typeface="Arial"/>
                <a:ea typeface="Arial"/>
                <a:cs typeface="Arial"/>
              </a:defRPr>
            </a:pPr>
            <a:r>
              <a:rPr sz="2550" b="1" dirty="0" err="1">
                <a:solidFill>
                  <a:srgbClr val="20252B"/>
                </a:solidFill>
                <a:latin typeface="Arial"/>
                <a:ea typeface="Arial"/>
                <a:cs typeface="Arial"/>
              </a:rPr>
              <a:t>Actores</a:t>
            </a:r>
            <a:endParaRPr sz="2550" b="1" dirty="0">
              <a:solidFill>
                <a:srgbClr val="20252B"/>
              </a:solidFill>
              <a:latin typeface="Arial"/>
              <a:ea typeface="Arial"/>
              <a:cs typeface="Arial"/>
            </a:endParaRPr>
          </a:p>
        </p:txBody>
      </p:sp>
      <p:sp>
        <p:nvSpPr>
          <p:cNvPr id="8" name="Rectángulo 7">
            <a:extLst>
              <a:ext uri="{FF2B5EF4-FFF2-40B4-BE49-F238E27FC236}">
                <a16:creationId xmlns:a16="http://schemas.microsoft.com/office/drawing/2014/main" id="{F5CD3EDB-0164-4D00-942A-1102B89977C1}"/>
              </a:ext>
            </a:extLst>
          </p:cNvPr>
          <p:cNvSpPr>
            <a:spLocks noGrp="1"/>
          </p:cNvSpPr>
          <p:nvPr/>
        </p:nvSpPr>
        <p:spPr>
          <a:xfrm>
            <a:off x="7953375" y="3143250"/>
            <a:ext cx="6477000" cy="476250"/>
          </a:xfrm>
          <a:prstGeom prst="rect">
            <a:avLst/>
          </a:prstGeom>
          <a:noFill/>
          <a:ln w="0">
            <a:noFill/>
          </a:ln>
        </p:spPr>
        <p:txBody>
          <a:bodyPr lIns="0" tIns="0" rIns="0" bIns="0" anchor="ctr">
            <a:noAutofit/>
          </a:bodyPr>
          <a:lstStyle>
            <a:defPPr algn="l">
              <a:defRPr sz="2250" b="1">
                <a:solidFill>
                  <a:srgbClr val="20252B"/>
                </a:solidFill>
                <a:latin typeface="Arial"/>
                <a:ea typeface="Arial"/>
                <a:cs typeface="Arial"/>
              </a:defRPr>
            </a:defPPr>
            <a:lvl1pPr algn="l">
              <a:defRPr sz="2250" b="1">
                <a:solidFill>
                  <a:srgbClr val="20252B"/>
                </a:solidFill>
                <a:latin typeface="Arial"/>
                <a:ea typeface="Arial"/>
                <a:cs typeface="Arial"/>
              </a:defRPr>
            </a:lvl1pPr>
            <a:lvl2pPr algn="l">
              <a:defRPr sz="2250" b="1">
                <a:solidFill>
                  <a:srgbClr val="20252B"/>
                </a:solidFill>
                <a:latin typeface="Arial"/>
                <a:ea typeface="Arial"/>
                <a:cs typeface="Arial"/>
              </a:defRPr>
            </a:lvl2pPr>
            <a:lvl3pPr algn="l">
              <a:defRPr sz="2250" b="1">
                <a:solidFill>
                  <a:srgbClr val="20252B"/>
                </a:solidFill>
                <a:latin typeface="Arial"/>
                <a:ea typeface="Arial"/>
                <a:cs typeface="Arial"/>
              </a:defRPr>
            </a:lvl3pPr>
            <a:lvl4pPr algn="l">
              <a:defRPr sz="2250" b="1">
                <a:solidFill>
                  <a:srgbClr val="20252B"/>
                </a:solidFill>
                <a:latin typeface="Arial"/>
                <a:ea typeface="Arial"/>
                <a:cs typeface="Arial"/>
              </a:defRPr>
            </a:lvl4pPr>
            <a:lvl5pPr algn="l">
              <a:defRPr sz="2250" b="1">
                <a:solidFill>
                  <a:srgbClr val="20252B"/>
                </a:solidFill>
                <a:latin typeface="Arial"/>
                <a:ea typeface="Arial"/>
                <a:cs typeface="Arial"/>
              </a:defRPr>
            </a:lvl5pPr>
            <a:lvl6pPr algn="l">
              <a:defRPr sz="2250" b="1">
                <a:solidFill>
                  <a:srgbClr val="20252B"/>
                </a:solidFill>
                <a:latin typeface="Arial"/>
                <a:ea typeface="Arial"/>
                <a:cs typeface="Arial"/>
              </a:defRPr>
            </a:lvl6pPr>
            <a:lvl7pPr algn="l">
              <a:defRPr sz="2250" b="1">
                <a:solidFill>
                  <a:srgbClr val="20252B"/>
                </a:solidFill>
                <a:latin typeface="Arial"/>
                <a:ea typeface="Arial"/>
                <a:cs typeface="Arial"/>
              </a:defRPr>
            </a:lvl7pPr>
            <a:lvl8pPr algn="l">
              <a:defRPr sz="2250" b="1">
                <a:solidFill>
                  <a:srgbClr val="20252B"/>
                </a:solidFill>
                <a:latin typeface="Arial"/>
                <a:ea typeface="Arial"/>
                <a:cs typeface="Arial"/>
              </a:defRPr>
            </a:lvl8pPr>
            <a:lvl9pPr algn="l">
              <a:defRPr sz="2250" b="1">
                <a:solidFill>
                  <a:srgbClr val="20252B"/>
                </a:solidFill>
                <a:latin typeface="Arial"/>
                <a:ea typeface="Arial"/>
                <a:cs typeface="Arial"/>
              </a:defRPr>
            </a:lvl9pPr>
          </a:lstStyle>
          <a:p>
            <a:pPr algn="ctr">
              <a:defRPr sz="2250" b="1">
                <a:solidFill>
                  <a:srgbClr val="20252B"/>
                </a:solidFill>
                <a:latin typeface="Arial"/>
                <a:ea typeface="Arial"/>
                <a:cs typeface="Arial"/>
              </a:defRPr>
            </a:pPr>
            <a:r>
              <a:rPr sz="2250" b="1" dirty="0" err="1">
                <a:solidFill>
                  <a:srgbClr val="20252B"/>
                </a:solidFill>
                <a:latin typeface="Arial"/>
                <a:ea typeface="Arial"/>
                <a:cs typeface="Arial"/>
              </a:rPr>
              <a:t>Superadministrador</a:t>
            </a:r>
            <a:endParaRPr sz="2250" b="1" dirty="0">
              <a:solidFill>
                <a:srgbClr val="20252B"/>
              </a:solidFill>
              <a:latin typeface="Arial"/>
              <a:ea typeface="Arial"/>
              <a:cs typeface="Arial"/>
            </a:endParaRPr>
          </a:p>
        </p:txBody>
      </p:sp>
      <p:sp>
        <p:nvSpPr>
          <p:cNvPr id="9" name="Rectángulo 8">
            <a:extLst>
              <a:ext uri="{FF2B5EF4-FFF2-40B4-BE49-F238E27FC236}">
                <a16:creationId xmlns:a16="http://schemas.microsoft.com/office/drawing/2014/main" id="{0AD39DAF-5B70-47C7-A968-4EC390D3BE6F}"/>
              </a:ext>
            </a:extLst>
          </p:cNvPr>
          <p:cNvSpPr>
            <a:spLocks noGrp="1"/>
          </p:cNvSpPr>
          <p:nvPr/>
        </p:nvSpPr>
        <p:spPr>
          <a:xfrm>
            <a:off x="7953375" y="3762375"/>
            <a:ext cx="6477000" cy="619125"/>
          </a:xfrm>
          <a:prstGeom prst="rect">
            <a:avLst/>
          </a:prstGeom>
          <a:noFill/>
          <a:ln w="0">
            <a:noFill/>
          </a:ln>
        </p:spPr>
        <p:txBody>
          <a:bodyPr lIns="0" tIns="0" rIns="0" bIns="0" anchor="ctr">
            <a:noAutofit/>
          </a:bodyPr>
          <a:lstStyle>
            <a:defPPr algn="l">
              <a:defRPr sz="2100" b="0">
                <a:solidFill>
                  <a:srgbClr val="20252B"/>
                </a:solidFill>
                <a:latin typeface="Arial"/>
                <a:ea typeface="Arial"/>
                <a:cs typeface="Arial"/>
              </a:defRPr>
            </a:defPPr>
            <a:lvl1pPr algn="l">
              <a:defRPr sz="2100" b="0">
                <a:solidFill>
                  <a:srgbClr val="20252B"/>
                </a:solidFill>
                <a:latin typeface="Arial"/>
                <a:ea typeface="Arial"/>
                <a:cs typeface="Arial"/>
              </a:defRPr>
            </a:lvl1pPr>
            <a:lvl2pPr algn="l">
              <a:defRPr sz="2100" b="0">
                <a:solidFill>
                  <a:srgbClr val="20252B"/>
                </a:solidFill>
                <a:latin typeface="Arial"/>
                <a:ea typeface="Arial"/>
                <a:cs typeface="Arial"/>
              </a:defRPr>
            </a:lvl2pPr>
            <a:lvl3pPr algn="l">
              <a:defRPr sz="2100" b="0">
                <a:solidFill>
                  <a:srgbClr val="20252B"/>
                </a:solidFill>
                <a:latin typeface="Arial"/>
                <a:ea typeface="Arial"/>
                <a:cs typeface="Arial"/>
              </a:defRPr>
            </a:lvl3pPr>
            <a:lvl4pPr algn="l">
              <a:defRPr sz="2100" b="0">
                <a:solidFill>
                  <a:srgbClr val="20252B"/>
                </a:solidFill>
                <a:latin typeface="Arial"/>
                <a:ea typeface="Arial"/>
                <a:cs typeface="Arial"/>
              </a:defRPr>
            </a:lvl4pPr>
            <a:lvl5pPr algn="l">
              <a:defRPr sz="2100" b="0">
                <a:solidFill>
                  <a:srgbClr val="20252B"/>
                </a:solidFill>
                <a:latin typeface="Arial"/>
                <a:ea typeface="Arial"/>
                <a:cs typeface="Arial"/>
              </a:defRPr>
            </a:lvl5pPr>
            <a:lvl6pPr algn="l">
              <a:defRPr sz="2100" b="0">
                <a:solidFill>
                  <a:srgbClr val="20252B"/>
                </a:solidFill>
                <a:latin typeface="Arial"/>
                <a:ea typeface="Arial"/>
                <a:cs typeface="Arial"/>
              </a:defRPr>
            </a:lvl6pPr>
            <a:lvl7pPr algn="l">
              <a:defRPr sz="2100" b="0">
                <a:solidFill>
                  <a:srgbClr val="20252B"/>
                </a:solidFill>
                <a:latin typeface="Arial"/>
                <a:ea typeface="Arial"/>
                <a:cs typeface="Arial"/>
              </a:defRPr>
            </a:lvl7pPr>
            <a:lvl8pPr algn="l">
              <a:defRPr sz="2100" b="0">
                <a:solidFill>
                  <a:srgbClr val="20252B"/>
                </a:solidFill>
                <a:latin typeface="Arial"/>
                <a:ea typeface="Arial"/>
                <a:cs typeface="Arial"/>
              </a:defRPr>
            </a:lvl8pPr>
            <a:lvl9pPr algn="l">
              <a:defRPr sz="2100" b="0">
                <a:solidFill>
                  <a:srgbClr val="20252B"/>
                </a:solidFill>
                <a:latin typeface="Arial"/>
                <a:ea typeface="Arial"/>
                <a:cs typeface="Arial"/>
              </a:defRPr>
            </a:lvl9pPr>
          </a:lstStyle>
          <a:p>
            <a:pPr algn="ctr">
              <a:defRPr sz="2100" b="0">
                <a:solidFill>
                  <a:srgbClr val="20252B"/>
                </a:solidFill>
                <a:latin typeface="Arial"/>
                <a:ea typeface="Arial"/>
                <a:cs typeface="Arial"/>
              </a:defRPr>
            </a:pPr>
            <a:r>
              <a:rPr sz="2100" b="0" dirty="0" err="1">
                <a:solidFill>
                  <a:srgbClr val="20252B"/>
                </a:solidFill>
                <a:latin typeface="Arial"/>
                <a:ea typeface="Arial"/>
                <a:cs typeface="Arial"/>
              </a:rPr>
              <a:t>Habilita</a:t>
            </a:r>
            <a:r>
              <a:rPr sz="2100" b="0" dirty="0">
                <a:solidFill>
                  <a:srgbClr val="20252B"/>
                </a:solidFill>
                <a:latin typeface="Arial"/>
                <a:ea typeface="Arial"/>
                <a:cs typeface="Arial"/>
              </a:rPr>
              <a:t> </a:t>
            </a:r>
            <a:r>
              <a:rPr sz="2100" b="0" dirty="0" err="1">
                <a:solidFill>
                  <a:srgbClr val="20252B"/>
                </a:solidFill>
                <a:latin typeface="Arial"/>
                <a:ea typeface="Arial"/>
                <a:cs typeface="Arial"/>
              </a:rPr>
              <a:t>negocios</a:t>
            </a:r>
            <a:endParaRPr sz="2100" b="0" dirty="0">
              <a:solidFill>
                <a:srgbClr val="20252B"/>
              </a:solidFill>
              <a:latin typeface="Arial"/>
              <a:ea typeface="Arial"/>
              <a:cs typeface="Arial"/>
            </a:endParaRPr>
          </a:p>
        </p:txBody>
      </p:sp>
      <p:sp>
        <p:nvSpPr>
          <p:cNvPr id="10" name="Rectángulo 9">
            <a:extLst>
              <a:ext uri="{FF2B5EF4-FFF2-40B4-BE49-F238E27FC236}">
                <a16:creationId xmlns:a16="http://schemas.microsoft.com/office/drawing/2014/main" id="{8F99F944-8320-4543-99EC-9AE985CA575E}"/>
              </a:ext>
            </a:extLst>
          </p:cNvPr>
          <p:cNvSpPr>
            <a:spLocks noGrp="1"/>
          </p:cNvSpPr>
          <p:nvPr/>
        </p:nvSpPr>
        <p:spPr>
          <a:xfrm>
            <a:off x="5586693" y="6810375"/>
            <a:ext cx="6477000" cy="476250"/>
          </a:xfrm>
          <a:prstGeom prst="rect">
            <a:avLst/>
          </a:prstGeom>
          <a:noFill/>
          <a:ln w="0">
            <a:noFill/>
          </a:ln>
        </p:spPr>
        <p:txBody>
          <a:bodyPr lIns="0" tIns="0" rIns="0" bIns="0" anchor="ctr">
            <a:noAutofit/>
          </a:bodyPr>
          <a:lstStyle>
            <a:defPPr algn="l">
              <a:defRPr sz="2250" b="1">
                <a:solidFill>
                  <a:srgbClr val="20252B"/>
                </a:solidFill>
                <a:latin typeface="Arial"/>
                <a:ea typeface="Arial"/>
                <a:cs typeface="Arial"/>
              </a:defRPr>
            </a:defPPr>
            <a:lvl1pPr algn="l">
              <a:defRPr sz="2250" b="1">
                <a:solidFill>
                  <a:srgbClr val="20252B"/>
                </a:solidFill>
                <a:latin typeface="Arial"/>
                <a:ea typeface="Arial"/>
                <a:cs typeface="Arial"/>
              </a:defRPr>
            </a:lvl1pPr>
            <a:lvl2pPr algn="l">
              <a:defRPr sz="2250" b="1">
                <a:solidFill>
                  <a:srgbClr val="20252B"/>
                </a:solidFill>
                <a:latin typeface="Arial"/>
                <a:ea typeface="Arial"/>
                <a:cs typeface="Arial"/>
              </a:defRPr>
            </a:lvl2pPr>
            <a:lvl3pPr algn="l">
              <a:defRPr sz="2250" b="1">
                <a:solidFill>
                  <a:srgbClr val="20252B"/>
                </a:solidFill>
                <a:latin typeface="Arial"/>
                <a:ea typeface="Arial"/>
                <a:cs typeface="Arial"/>
              </a:defRPr>
            </a:lvl3pPr>
            <a:lvl4pPr algn="l">
              <a:defRPr sz="2250" b="1">
                <a:solidFill>
                  <a:srgbClr val="20252B"/>
                </a:solidFill>
                <a:latin typeface="Arial"/>
                <a:ea typeface="Arial"/>
                <a:cs typeface="Arial"/>
              </a:defRPr>
            </a:lvl4pPr>
            <a:lvl5pPr algn="l">
              <a:defRPr sz="2250" b="1">
                <a:solidFill>
                  <a:srgbClr val="20252B"/>
                </a:solidFill>
                <a:latin typeface="Arial"/>
                <a:ea typeface="Arial"/>
                <a:cs typeface="Arial"/>
              </a:defRPr>
            </a:lvl5pPr>
            <a:lvl6pPr algn="l">
              <a:defRPr sz="2250" b="1">
                <a:solidFill>
                  <a:srgbClr val="20252B"/>
                </a:solidFill>
                <a:latin typeface="Arial"/>
                <a:ea typeface="Arial"/>
                <a:cs typeface="Arial"/>
              </a:defRPr>
            </a:lvl6pPr>
            <a:lvl7pPr algn="l">
              <a:defRPr sz="2250" b="1">
                <a:solidFill>
                  <a:srgbClr val="20252B"/>
                </a:solidFill>
                <a:latin typeface="Arial"/>
                <a:ea typeface="Arial"/>
                <a:cs typeface="Arial"/>
              </a:defRPr>
            </a:lvl7pPr>
            <a:lvl8pPr algn="l">
              <a:defRPr sz="2250" b="1">
                <a:solidFill>
                  <a:srgbClr val="20252B"/>
                </a:solidFill>
                <a:latin typeface="Arial"/>
                <a:ea typeface="Arial"/>
                <a:cs typeface="Arial"/>
              </a:defRPr>
            </a:lvl8pPr>
            <a:lvl9pPr algn="l">
              <a:defRPr sz="2250" b="1">
                <a:solidFill>
                  <a:srgbClr val="20252B"/>
                </a:solidFill>
                <a:latin typeface="Arial"/>
                <a:ea typeface="Arial"/>
                <a:cs typeface="Arial"/>
              </a:defRPr>
            </a:lvl9pPr>
          </a:lstStyle>
          <a:p>
            <a:pPr algn="ctr">
              <a:defRPr sz="2250" b="1">
                <a:solidFill>
                  <a:srgbClr val="20252B"/>
                </a:solidFill>
                <a:latin typeface="Arial"/>
                <a:ea typeface="Arial"/>
                <a:cs typeface="Arial"/>
              </a:defRPr>
            </a:pPr>
            <a:r>
              <a:rPr sz="2250" b="1">
                <a:solidFill>
                  <a:srgbClr val="20252B"/>
                </a:solidFill>
                <a:latin typeface="Arial"/>
                <a:ea typeface="Arial"/>
                <a:cs typeface="Arial"/>
              </a:rPr>
              <a:t>Administrador de Cadena</a:t>
            </a:r>
          </a:p>
        </p:txBody>
      </p:sp>
      <p:sp>
        <p:nvSpPr>
          <p:cNvPr id="11" name="Rectángulo 10">
            <a:extLst>
              <a:ext uri="{FF2B5EF4-FFF2-40B4-BE49-F238E27FC236}">
                <a16:creationId xmlns:a16="http://schemas.microsoft.com/office/drawing/2014/main" id="{8B50FF82-DA7A-49F1-88E8-D6C74314DD0A}"/>
              </a:ext>
            </a:extLst>
          </p:cNvPr>
          <p:cNvSpPr>
            <a:spLocks noGrp="1"/>
          </p:cNvSpPr>
          <p:nvPr/>
        </p:nvSpPr>
        <p:spPr>
          <a:xfrm>
            <a:off x="5586693" y="7429500"/>
            <a:ext cx="6477000" cy="619125"/>
          </a:xfrm>
          <a:prstGeom prst="rect">
            <a:avLst/>
          </a:prstGeom>
          <a:noFill/>
          <a:ln w="0">
            <a:noFill/>
          </a:ln>
        </p:spPr>
        <p:txBody>
          <a:bodyPr lIns="0" tIns="0" rIns="0" bIns="0" anchor="ctr">
            <a:noAutofit/>
          </a:bodyPr>
          <a:lstStyle>
            <a:defPPr algn="l">
              <a:defRPr sz="2100" b="0">
                <a:solidFill>
                  <a:srgbClr val="20252B"/>
                </a:solidFill>
                <a:latin typeface="Arial"/>
                <a:ea typeface="Arial"/>
                <a:cs typeface="Arial"/>
              </a:defRPr>
            </a:defPPr>
            <a:lvl1pPr algn="l">
              <a:defRPr sz="2100" b="0">
                <a:solidFill>
                  <a:srgbClr val="20252B"/>
                </a:solidFill>
                <a:latin typeface="Arial"/>
                <a:ea typeface="Arial"/>
                <a:cs typeface="Arial"/>
              </a:defRPr>
            </a:lvl1pPr>
            <a:lvl2pPr algn="l">
              <a:defRPr sz="2100" b="0">
                <a:solidFill>
                  <a:srgbClr val="20252B"/>
                </a:solidFill>
                <a:latin typeface="Arial"/>
                <a:ea typeface="Arial"/>
                <a:cs typeface="Arial"/>
              </a:defRPr>
            </a:lvl2pPr>
            <a:lvl3pPr algn="l">
              <a:defRPr sz="2100" b="0">
                <a:solidFill>
                  <a:srgbClr val="20252B"/>
                </a:solidFill>
                <a:latin typeface="Arial"/>
                <a:ea typeface="Arial"/>
                <a:cs typeface="Arial"/>
              </a:defRPr>
            </a:lvl3pPr>
            <a:lvl4pPr algn="l">
              <a:defRPr sz="2100" b="0">
                <a:solidFill>
                  <a:srgbClr val="20252B"/>
                </a:solidFill>
                <a:latin typeface="Arial"/>
                <a:ea typeface="Arial"/>
                <a:cs typeface="Arial"/>
              </a:defRPr>
            </a:lvl4pPr>
            <a:lvl5pPr algn="l">
              <a:defRPr sz="2100" b="0">
                <a:solidFill>
                  <a:srgbClr val="20252B"/>
                </a:solidFill>
                <a:latin typeface="Arial"/>
                <a:ea typeface="Arial"/>
                <a:cs typeface="Arial"/>
              </a:defRPr>
            </a:lvl5pPr>
            <a:lvl6pPr algn="l">
              <a:defRPr sz="2100" b="0">
                <a:solidFill>
                  <a:srgbClr val="20252B"/>
                </a:solidFill>
                <a:latin typeface="Arial"/>
                <a:ea typeface="Arial"/>
                <a:cs typeface="Arial"/>
              </a:defRPr>
            </a:lvl6pPr>
            <a:lvl7pPr algn="l">
              <a:defRPr sz="2100" b="0">
                <a:solidFill>
                  <a:srgbClr val="20252B"/>
                </a:solidFill>
                <a:latin typeface="Arial"/>
                <a:ea typeface="Arial"/>
                <a:cs typeface="Arial"/>
              </a:defRPr>
            </a:lvl7pPr>
            <a:lvl8pPr algn="l">
              <a:defRPr sz="2100" b="0">
                <a:solidFill>
                  <a:srgbClr val="20252B"/>
                </a:solidFill>
                <a:latin typeface="Arial"/>
                <a:ea typeface="Arial"/>
                <a:cs typeface="Arial"/>
              </a:defRPr>
            </a:lvl8pPr>
            <a:lvl9pPr algn="l">
              <a:defRPr sz="2100" b="0">
                <a:solidFill>
                  <a:srgbClr val="20252B"/>
                </a:solidFill>
                <a:latin typeface="Arial"/>
                <a:ea typeface="Arial"/>
                <a:cs typeface="Arial"/>
              </a:defRPr>
            </a:lvl9pPr>
          </a:lstStyle>
          <a:p>
            <a:pPr algn="ctr">
              <a:defRPr sz="2100" b="0">
                <a:solidFill>
                  <a:srgbClr val="20252B"/>
                </a:solidFill>
                <a:latin typeface="Arial"/>
                <a:ea typeface="Arial"/>
                <a:cs typeface="Arial"/>
              </a:defRPr>
            </a:pPr>
            <a:r>
              <a:rPr sz="2100" b="0" dirty="0" err="1">
                <a:solidFill>
                  <a:srgbClr val="20252B"/>
                </a:solidFill>
                <a:latin typeface="Arial"/>
                <a:ea typeface="Arial"/>
                <a:cs typeface="Arial"/>
              </a:rPr>
              <a:t>Gestiona</a:t>
            </a:r>
            <a:r>
              <a:rPr sz="2100" b="0" dirty="0">
                <a:solidFill>
                  <a:srgbClr val="20252B"/>
                </a:solidFill>
                <a:latin typeface="Arial"/>
                <a:ea typeface="Arial"/>
                <a:cs typeface="Arial"/>
              </a:rPr>
              <a:t> locale</a:t>
            </a:r>
            <a:r>
              <a:rPr lang="es-PE" sz="2100" b="0" dirty="0">
                <a:solidFill>
                  <a:srgbClr val="20252B"/>
                </a:solidFill>
                <a:latin typeface="Arial"/>
                <a:ea typeface="Arial"/>
                <a:cs typeface="Arial"/>
              </a:rPr>
              <a:t>s y personales</a:t>
            </a:r>
            <a:endParaRPr sz="2100" b="0" dirty="0">
              <a:solidFill>
                <a:srgbClr val="20252B"/>
              </a:solidFill>
              <a:latin typeface="Arial"/>
              <a:ea typeface="Arial"/>
              <a:cs typeface="Arial"/>
            </a:endParaRPr>
          </a:p>
        </p:txBody>
      </p:sp>
      <p:sp>
        <p:nvSpPr>
          <p:cNvPr id="12" name="Rectángulo 11">
            <a:extLst>
              <a:ext uri="{FF2B5EF4-FFF2-40B4-BE49-F238E27FC236}">
                <a16:creationId xmlns:a16="http://schemas.microsoft.com/office/drawing/2014/main" id="{957F0EE3-5F62-43F5-980C-87FEE73B1D8B}"/>
              </a:ext>
            </a:extLst>
          </p:cNvPr>
          <p:cNvSpPr>
            <a:spLocks noGrp="1"/>
          </p:cNvSpPr>
          <p:nvPr/>
        </p:nvSpPr>
        <p:spPr>
          <a:xfrm>
            <a:off x="9922025" y="6743700"/>
            <a:ext cx="6477000" cy="476250"/>
          </a:xfrm>
          <a:prstGeom prst="rect">
            <a:avLst/>
          </a:prstGeom>
          <a:noFill/>
          <a:ln w="0">
            <a:noFill/>
          </a:ln>
        </p:spPr>
        <p:txBody>
          <a:bodyPr lIns="0" tIns="0" rIns="0" bIns="0" anchor="ctr">
            <a:noAutofit/>
          </a:bodyPr>
          <a:lstStyle>
            <a:defPPr algn="l">
              <a:defRPr sz="2250" b="1">
                <a:solidFill>
                  <a:srgbClr val="20252B"/>
                </a:solidFill>
                <a:latin typeface="Arial"/>
                <a:ea typeface="Arial"/>
                <a:cs typeface="Arial"/>
              </a:defRPr>
            </a:defPPr>
            <a:lvl1pPr algn="l">
              <a:defRPr sz="2250" b="1">
                <a:solidFill>
                  <a:srgbClr val="20252B"/>
                </a:solidFill>
                <a:latin typeface="Arial"/>
                <a:ea typeface="Arial"/>
                <a:cs typeface="Arial"/>
              </a:defRPr>
            </a:lvl1pPr>
            <a:lvl2pPr algn="l">
              <a:defRPr sz="2250" b="1">
                <a:solidFill>
                  <a:srgbClr val="20252B"/>
                </a:solidFill>
                <a:latin typeface="Arial"/>
                <a:ea typeface="Arial"/>
                <a:cs typeface="Arial"/>
              </a:defRPr>
            </a:lvl2pPr>
            <a:lvl3pPr algn="l">
              <a:defRPr sz="2250" b="1">
                <a:solidFill>
                  <a:srgbClr val="20252B"/>
                </a:solidFill>
                <a:latin typeface="Arial"/>
                <a:ea typeface="Arial"/>
                <a:cs typeface="Arial"/>
              </a:defRPr>
            </a:lvl3pPr>
            <a:lvl4pPr algn="l">
              <a:defRPr sz="2250" b="1">
                <a:solidFill>
                  <a:srgbClr val="20252B"/>
                </a:solidFill>
                <a:latin typeface="Arial"/>
                <a:ea typeface="Arial"/>
                <a:cs typeface="Arial"/>
              </a:defRPr>
            </a:lvl4pPr>
            <a:lvl5pPr algn="l">
              <a:defRPr sz="2250" b="1">
                <a:solidFill>
                  <a:srgbClr val="20252B"/>
                </a:solidFill>
                <a:latin typeface="Arial"/>
                <a:ea typeface="Arial"/>
                <a:cs typeface="Arial"/>
              </a:defRPr>
            </a:lvl5pPr>
            <a:lvl6pPr algn="l">
              <a:defRPr sz="2250" b="1">
                <a:solidFill>
                  <a:srgbClr val="20252B"/>
                </a:solidFill>
                <a:latin typeface="Arial"/>
                <a:ea typeface="Arial"/>
                <a:cs typeface="Arial"/>
              </a:defRPr>
            </a:lvl6pPr>
            <a:lvl7pPr algn="l">
              <a:defRPr sz="2250" b="1">
                <a:solidFill>
                  <a:srgbClr val="20252B"/>
                </a:solidFill>
                <a:latin typeface="Arial"/>
                <a:ea typeface="Arial"/>
                <a:cs typeface="Arial"/>
              </a:defRPr>
            </a:lvl7pPr>
            <a:lvl8pPr algn="l">
              <a:defRPr sz="2250" b="1">
                <a:solidFill>
                  <a:srgbClr val="20252B"/>
                </a:solidFill>
                <a:latin typeface="Arial"/>
                <a:ea typeface="Arial"/>
                <a:cs typeface="Arial"/>
              </a:defRPr>
            </a:lvl8pPr>
            <a:lvl9pPr algn="l">
              <a:defRPr sz="2250" b="1">
                <a:solidFill>
                  <a:srgbClr val="20252B"/>
                </a:solidFill>
                <a:latin typeface="Arial"/>
                <a:ea typeface="Arial"/>
                <a:cs typeface="Arial"/>
              </a:defRPr>
            </a:lvl9pPr>
          </a:lstStyle>
          <a:p>
            <a:pPr algn="ctr">
              <a:defRPr sz="2250" b="1">
                <a:solidFill>
                  <a:srgbClr val="20252B"/>
                </a:solidFill>
                <a:latin typeface="Arial"/>
                <a:ea typeface="Arial"/>
                <a:cs typeface="Arial"/>
              </a:defRPr>
            </a:pPr>
            <a:r>
              <a:rPr sz="2250" b="1" dirty="0" err="1">
                <a:solidFill>
                  <a:srgbClr val="20252B"/>
                </a:solidFill>
                <a:latin typeface="Arial"/>
                <a:ea typeface="Arial"/>
                <a:cs typeface="Arial"/>
              </a:rPr>
              <a:t>Empleado</a:t>
            </a:r>
            <a:r>
              <a:rPr sz="2250" b="1" dirty="0">
                <a:solidFill>
                  <a:srgbClr val="20252B"/>
                </a:solidFill>
                <a:latin typeface="Arial"/>
                <a:ea typeface="Arial"/>
                <a:cs typeface="Arial"/>
              </a:rPr>
              <a:t> / </a:t>
            </a:r>
            <a:r>
              <a:rPr sz="2250" b="1" dirty="0" err="1">
                <a:solidFill>
                  <a:srgbClr val="20252B"/>
                </a:solidFill>
                <a:latin typeface="Arial"/>
                <a:ea typeface="Arial"/>
                <a:cs typeface="Arial"/>
              </a:rPr>
              <a:t>Cajero</a:t>
            </a:r>
            <a:endParaRPr sz="2250" b="1" dirty="0">
              <a:solidFill>
                <a:srgbClr val="20252B"/>
              </a:solidFill>
              <a:latin typeface="Arial"/>
              <a:ea typeface="Arial"/>
              <a:cs typeface="Arial"/>
            </a:endParaRPr>
          </a:p>
        </p:txBody>
      </p:sp>
      <p:sp>
        <p:nvSpPr>
          <p:cNvPr id="13" name="Rectángulo 12">
            <a:extLst>
              <a:ext uri="{FF2B5EF4-FFF2-40B4-BE49-F238E27FC236}">
                <a16:creationId xmlns:a16="http://schemas.microsoft.com/office/drawing/2014/main" id="{1CD7D7FC-7CD9-48BC-9FF8-DB61C82C672F}"/>
              </a:ext>
            </a:extLst>
          </p:cNvPr>
          <p:cNvSpPr>
            <a:spLocks noGrp="1"/>
          </p:cNvSpPr>
          <p:nvPr/>
        </p:nvSpPr>
        <p:spPr>
          <a:xfrm>
            <a:off x="9922025" y="7362825"/>
            <a:ext cx="6477000" cy="619125"/>
          </a:xfrm>
          <a:prstGeom prst="rect">
            <a:avLst/>
          </a:prstGeom>
          <a:noFill/>
          <a:ln w="0">
            <a:noFill/>
          </a:ln>
        </p:spPr>
        <p:txBody>
          <a:bodyPr lIns="0" tIns="0" rIns="0" bIns="0" anchor="ctr">
            <a:noAutofit/>
          </a:bodyPr>
          <a:lstStyle>
            <a:defPPr algn="l">
              <a:defRPr sz="2100" b="0">
                <a:solidFill>
                  <a:srgbClr val="20252B"/>
                </a:solidFill>
                <a:latin typeface="Arial"/>
                <a:ea typeface="Arial"/>
                <a:cs typeface="Arial"/>
              </a:defRPr>
            </a:defPPr>
            <a:lvl1pPr algn="l">
              <a:defRPr sz="2100" b="0">
                <a:solidFill>
                  <a:srgbClr val="20252B"/>
                </a:solidFill>
                <a:latin typeface="Arial"/>
                <a:ea typeface="Arial"/>
                <a:cs typeface="Arial"/>
              </a:defRPr>
            </a:lvl1pPr>
            <a:lvl2pPr algn="l">
              <a:defRPr sz="2100" b="0">
                <a:solidFill>
                  <a:srgbClr val="20252B"/>
                </a:solidFill>
                <a:latin typeface="Arial"/>
                <a:ea typeface="Arial"/>
                <a:cs typeface="Arial"/>
              </a:defRPr>
            </a:lvl2pPr>
            <a:lvl3pPr algn="l">
              <a:defRPr sz="2100" b="0">
                <a:solidFill>
                  <a:srgbClr val="20252B"/>
                </a:solidFill>
                <a:latin typeface="Arial"/>
                <a:ea typeface="Arial"/>
                <a:cs typeface="Arial"/>
              </a:defRPr>
            </a:lvl3pPr>
            <a:lvl4pPr algn="l">
              <a:defRPr sz="2100" b="0">
                <a:solidFill>
                  <a:srgbClr val="20252B"/>
                </a:solidFill>
                <a:latin typeface="Arial"/>
                <a:ea typeface="Arial"/>
                <a:cs typeface="Arial"/>
              </a:defRPr>
            </a:lvl4pPr>
            <a:lvl5pPr algn="l">
              <a:defRPr sz="2100" b="0">
                <a:solidFill>
                  <a:srgbClr val="20252B"/>
                </a:solidFill>
                <a:latin typeface="Arial"/>
                <a:ea typeface="Arial"/>
                <a:cs typeface="Arial"/>
              </a:defRPr>
            </a:lvl5pPr>
            <a:lvl6pPr algn="l">
              <a:defRPr sz="2100" b="0">
                <a:solidFill>
                  <a:srgbClr val="20252B"/>
                </a:solidFill>
                <a:latin typeface="Arial"/>
                <a:ea typeface="Arial"/>
                <a:cs typeface="Arial"/>
              </a:defRPr>
            </a:lvl6pPr>
            <a:lvl7pPr algn="l">
              <a:defRPr sz="2100" b="0">
                <a:solidFill>
                  <a:srgbClr val="20252B"/>
                </a:solidFill>
                <a:latin typeface="Arial"/>
                <a:ea typeface="Arial"/>
                <a:cs typeface="Arial"/>
              </a:defRPr>
            </a:lvl7pPr>
            <a:lvl8pPr algn="l">
              <a:defRPr sz="2100" b="0">
                <a:solidFill>
                  <a:srgbClr val="20252B"/>
                </a:solidFill>
                <a:latin typeface="Arial"/>
                <a:ea typeface="Arial"/>
                <a:cs typeface="Arial"/>
              </a:defRPr>
            </a:lvl8pPr>
            <a:lvl9pPr algn="l">
              <a:defRPr sz="2100" b="0">
                <a:solidFill>
                  <a:srgbClr val="20252B"/>
                </a:solidFill>
                <a:latin typeface="Arial"/>
                <a:ea typeface="Arial"/>
                <a:cs typeface="Arial"/>
              </a:defRPr>
            </a:lvl9pPr>
          </a:lstStyle>
          <a:p>
            <a:pPr algn="ctr">
              <a:defRPr sz="2100" b="0">
                <a:solidFill>
                  <a:srgbClr val="20252B"/>
                </a:solidFill>
                <a:latin typeface="Arial"/>
                <a:ea typeface="Arial"/>
                <a:cs typeface="Arial"/>
              </a:defRPr>
            </a:pPr>
            <a:r>
              <a:rPr sz="2100" b="0" dirty="0" err="1">
                <a:solidFill>
                  <a:srgbClr val="20252B"/>
                </a:solidFill>
                <a:latin typeface="Arial"/>
                <a:ea typeface="Arial"/>
                <a:cs typeface="Arial"/>
              </a:rPr>
              <a:t>Registra</a:t>
            </a:r>
            <a:r>
              <a:rPr sz="2100" b="0" dirty="0">
                <a:solidFill>
                  <a:srgbClr val="20252B"/>
                </a:solidFill>
                <a:latin typeface="Arial"/>
                <a:ea typeface="Arial"/>
                <a:cs typeface="Arial"/>
              </a:rPr>
              <a:t> </a:t>
            </a:r>
            <a:r>
              <a:rPr lang="es-PE" sz="2100" b="0" dirty="0">
                <a:solidFill>
                  <a:srgbClr val="20252B"/>
                </a:solidFill>
                <a:latin typeface="Arial"/>
                <a:ea typeface="Arial"/>
                <a:cs typeface="Arial"/>
              </a:rPr>
              <a:t>la operación diaria</a:t>
            </a:r>
            <a:endParaRPr sz="2100" b="0" dirty="0">
              <a:solidFill>
                <a:srgbClr val="20252B"/>
              </a:solidFill>
              <a:latin typeface="Arial"/>
              <a:ea typeface="Arial"/>
              <a:cs typeface="Arial"/>
            </a:endParaRPr>
          </a:p>
        </p:txBody>
      </p:sp>
    </p:spTree>
    <p:extLst>
      <p:ext uri="{BB962C8B-B14F-4D97-AF65-F5344CB8AC3E}">
        <p14:creationId xmlns:p14="http://schemas.microsoft.com/office/powerpoint/2010/main" val="323399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2E57172-E46A-46E6-A0AB-831F1C576BD1}"/>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Requisitos funcionales: organización y operación</a:t>
            </a:r>
          </a:p>
        </p:txBody>
      </p:sp>
      <p:sp>
        <p:nvSpPr>
          <p:cNvPr id="2" name="Rectángulo 1">
            <a:extLst>
              <a:ext uri="{FF2B5EF4-FFF2-40B4-BE49-F238E27FC236}">
                <a16:creationId xmlns:a16="http://schemas.microsoft.com/office/drawing/2014/main" id="{B1871DEE-4F8E-4F62-ACE8-50AA3A763395}"/>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3</a:t>
            </a:r>
          </a:p>
        </p:txBody>
      </p:sp>
      <p:graphicFrame>
        <p:nvGraphicFramePr>
          <p:cNvPr id="3" name="Tabla 2">
            <a:extLst>
              <a:ext uri="{FF2B5EF4-FFF2-40B4-BE49-F238E27FC236}">
                <a16:creationId xmlns:a16="http://schemas.microsoft.com/office/drawing/2014/main" id="{65878474-8390-44B1-9F8E-DA2128DC42A6}"/>
              </a:ext>
            </a:extLst>
          </p:cNvPr>
          <p:cNvGraphicFramePr/>
          <p:nvPr/>
        </p:nvGraphicFramePr>
        <p:xfrm>
          <a:off x="619125" y="2076450"/>
          <a:ext cx="14001750" cy="5334000"/>
        </p:xfrm>
        <a:graphic>
          <a:graphicData uri="http://schemas.openxmlformats.org/drawingml/2006/table">
            <a:tbl>
              <a:tblPr/>
              <a:tblGrid>
                <a:gridCol w="109537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9667875">
                  <a:extLst>
                    <a:ext uri="{9D8B030D-6E8A-4147-A177-3AD203B41FA5}">
                      <a16:colId xmlns:a16="http://schemas.microsoft.com/office/drawing/2014/main" val="20002"/>
                    </a:ext>
                  </a:extLst>
                </a:gridCol>
              </a:tblGrid>
              <a:tr h="533400">
                <a:tc>
                  <a:txBody>
                    <a:bodyPr/>
                    <a:lstStyle/>
                    <a:p>
                      <a:r>
                        <a:rPr sz="1875" b="1">
                          <a:solidFill>
                            <a:srgbClr val="20252B"/>
                          </a:solidFill>
                          <a:latin typeface="Arial"/>
                          <a:ea typeface="Arial"/>
                          <a:cs typeface="Arial"/>
                        </a:rPr>
                        <a:t>ID</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1875" b="1">
                          <a:solidFill>
                            <a:srgbClr val="20252B"/>
                          </a:solidFill>
                          <a:latin typeface="Arial"/>
                          <a:ea typeface="Arial"/>
                          <a:cs typeface="Arial"/>
                        </a:rPr>
                        <a:t>Función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1875" b="1">
                          <a:solidFill>
                            <a:srgbClr val="20252B"/>
                          </a:solidFill>
                          <a:latin typeface="Arial"/>
                          <a:ea typeface="Arial"/>
                          <a:cs typeface="Arial"/>
                        </a:rPr>
                        <a:t>Alcance</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533400">
                <a:tc>
                  <a:txBody>
                    <a:bodyPr/>
                    <a:lstStyle/>
                    <a:p>
                      <a:r>
                        <a:rPr sz="1875" b="1">
                          <a:solidFill>
                            <a:srgbClr val="20252B"/>
                          </a:solidFill>
                          <a:latin typeface="Arial"/>
                          <a:ea typeface="Arial"/>
                          <a:cs typeface="Arial"/>
                        </a:rPr>
                        <a:t>RF01</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Negocios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Registrar, asignar administrador y gestionar límites.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533400">
                <a:tc>
                  <a:txBody>
                    <a:bodyPr/>
                    <a:lstStyle/>
                    <a:p>
                      <a:r>
                        <a:rPr sz="1875" b="1">
                          <a:solidFill>
                            <a:srgbClr val="20252B"/>
                          </a:solidFill>
                          <a:latin typeface="Arial"/>
                          <a:ea typeface="Arial"/>
                          <a:cs typeface="Arial"/>
                        </a:rPr>
                        <a:t>RF02</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Sucursales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Registrar locales y ubicaciones de abastecimiento.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533400">
                <a:tc>
                  <a:txBody>
                    <a:bodyPr/>
                    <a:lstStyle/>
                    <a:p>
                      <a:r>
                        <a:rPr sz="1875" b="1">
                          <a:solidFill>
                            <a:srgbClr val="20252B"/>
                          </a:solidFill>
                          <a:latin typeface="Arial"/>
                          <a:ea typeface="Arial"/>
                          <a:cs typeface="Arial"/>
                        </a:rPr>
                        <a:t>RF03</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Personal</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Asignar permisos, sucursales y turnos.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533400">
                <a:tc>
                  <a:txBody>
                    <a:bodyPr/>
                    <a:lstStyle/>
                    <a:p>
                      <a:r>
                        <a:rPr sz="1875" b="1">
                          <a:solidFill>
                            <a:srgbClr val="20252B"/>
                          </a:solidFill>
                          <a:latin typeface="Arial"/>
                          <a:ea typeface="Arial"/>
                          <a:cs typeface="Arial"/>
                        </a:rPr>
                        <a:t>RF04</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Catálogo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Productos, presentaciones, precios e imágenes.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r h="533400">
                <a:tc>
                  <a:txBody>
                    <a:bodyPr/>
                    <a:lstStyle/>
                    <a:p>
                      <a:r>
                        <a:rPr sz="1875" b="1">
                          <a:solidFill>
                            <a:srgbClr val="20252B"/>
                          </a:solidFill>
                          <a:latin typeface="Arial"/>
                          <a:ea typeface="Arial"/>
                          <a:cs typeface="Arial"/>
                        </a:rPr>
                        <a:t>RF05</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Existencias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Consultar stock y mínimos por ubicación.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5"/>
                  </a:ext>
                </a:extLst>
              </a:tr>
              <a:tr h="533400">
                <a:tc>
                  <a:txBody>
                    <a:bodyPr/>
                    <a:lstStyle/>
                    <a:p>
                      <a:r>
                        <a:rPr sz="1875" b="1">
                          <a:solidFill>
                            <a:srgbClr val="20252B"/>
                          </a:solidFill>
                          <a:latin typeface="Arial"/>
                          <a:ea typeface="Arial"/>
                          <a:cs typeface="Arial"/>
                        </a:rPr>
                        <a:t>RF06</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Movimientos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Registrar ingresos, mermas y ajustes con motivo.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6"/>
                  </a:ext>
                </a:extLst>
              </a:tr>
              <a:tr h="533400">
                <a:tc>
                  <a:txBody>
                    <a:bodyPr/>
                    <a:lstStyle/>
                    <a:p>
                      <a:r>
                        <a:rPr sz="1875" b="1">
                          <a:solidFill>
                            <a:srgbClr val="20252B"/>
                          </a:solidFill>
                          <a:latin typeface="Arial"/>
                          <a:ea typeface="Arial"/>
                          <a:cs typeface="Arial"/>
                        </a:rPr>
                        <a:t>RF07</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Traslados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Registrar envío, recepción y diferencias.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7"/>
                  </a:ext>
                </a:extLst>
              </a:tr>
              <a:tr h="533400">
                <a:tc>
                  <a:txBody>
                    <a:bodyPr/>
                    <a:lstStyle/>
                    <a:p>
                      <a:r>
                        <a:rPr sz="1875" b="1">
                          <a:solidFill>
                            <a:srgbClr val="20252B"/>
                          </a:solidFill>
                          <a:latin typeface="Arial"/>
                          <a:ea typeface="Arial"/>
                          <a:cs typeface="Arial"/>
                        </a:rPr>
                        <a:t>RF08</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Apertura de caja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Vincular empleado y turno. Evitar sesiones duplicadas.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8"/>
                  </a:ext>
                </a:extLst>
              </a:tr>
              <a:tr h="533400">
                <a:tc>
                  <a:txBody>
                    <a:bodyPr/>
                    <a:lstStyle/>
                    <a:p>
                      <a:r>
                        <a:rPr sz="1875" b="1">
                          <a:solidFill>
                            <a:srgbClr val="20252B"/>
                          </a:solidFill>
                          <a:latin typeface="Arial"/>
                          <a:ea typeface="Arial"/>
                          <a:cs typeface="Arial"/>
                        </a:rPr>
                        <a:t>RF09</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Atención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Buscar productos y preparar el carrito de venta.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97013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5FA7579-967F-4A5E-BC70-D27E7C6B1805}"/>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Requisitos funcionales: venta y control</a:t>
            </a:r>
          </a:p>
        </p:txBody>
      </p:sp>
      <p:sp>
        <p:nvSpPr>
          <p:cNvPr id="2" name="Rectángulo 1">
            <a:extLst>
              <a:ext uri="{FF2B5EF4-FFF2-40B4-BE49-F238E27FC236}">
                <a16:creationId xmlns:a16="http://schemas.microsoft.com/office/drawing/2014/main" id="{92C4FA1E-2265-4741-9BF3-88A53279709A}"/>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4</a:t>
            </a:r>
          </a:p>
        </p:txBody>
      </p:sp>
      <p:graphicFrame>
        <p:nvGraphicFramePr>
          <p:cNvPr id="3" name="Tabla 2">
            <a:extLst>
              <a:ext uri="{FF2B5EF4-FFF2-40B4-BE49-F238E27FC236}">
                <a16:creationId xmlns:a16="http://schemas.microsoft.com/office/drawing/2014/main" id="{1053C5C1-2A09-46C8-AC57-3BEFC1DFC902}"/>
              </a:ext>
            </a:extLst>
          </p:cNvPr>
          <p:cNvGraphicFramePr/>
          <p:nvPr/>
        </p:nvGraphicFramePr>
        <p:xfrm>
          <a:off x="619125" y="2076450"/>
          <a:ext cx="14001750" cy="5334000"/>
        </p:xfrm>
        <a:graphic>
          <a:graphicData uri="http://schemas.openxmlformats.org/drawingml/2006/table">
            <a:tbl>
              <a:tblPr/>
              <a:tblGrid>
                <a:gridCol w="1095375">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9667875">
                  <a:extLst>
                    <a:ext uri="{9D8B030D-6E8A-4147-A177-3AD203B41FA5}">
                      <a16:colId xmlns:a16="http://schemas.microsoft.com/office/drawing/2014/main" val="20002"/>
                    </a:ext>
                  </a:extLst>
                </a:gridCol>
              </a:tblGrid>
              <a:tr h="533400">
                <a:tc>
                  <a:txBody>
                    <a:bodyPr/>
                    <a:lstStyle/>
                    <a:p>
                      <a:r>
                        <a:rPr sz="1875" b="1">
                          <a:solidFill>
                            <a:srgbClr val="20252B"/>
                          </a:solidFill>
                          <a:latin typeface="Arial"/>
                          <a:ea typeface="Arial"/>
                          <a:cs typeface="Arial"/>
                        </a:rPr>
                        <a:t>ID</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1875" b="1">
                          <a:solidFill>
                            <a:srgbClr val="20252B"/>
                          </a:solidFill>
                          <a:latin typeface="Arial"/>
                          <a:ea typeface="Arial"/>
                          <a:cs typeface="Arial"/>
                        </a:rPr>
                        <a:t>Función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1875" b="1">
                          <a:solidFill>
                            <a:srgbClr val="20252B"/>
                          </a:solidFill>
                          <a:latin typeface="Arial"/>
                          <a:ea typeface="Arial"/>
                          <a:cs typeface="Arial"/>
                        </a:rPr>
                        <a:t>Alcance</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533400">
                <a:tc>
                  <a:txBody>
                    <a:bodyPr/>
                    <a:lstStyle/>
                    <a:p>
                      <a:r>
                        <a:rPr sz="1875" b="1">
                          <a:solidFill>
                            <a:srgbClr val="20252B"/>
                          </a:solidFill>
                          <a:latin typeface="Arial"/>
                          <a:ea typeface="Arial"/>
                          <a:cs typeface="Arial"/>
                        </a:rPr>
                        <a:t>RF10</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Confirmación de venta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Guardar venta, cobro y descuento de stock de forma atómica.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533400">
                <a:tc>
                  <a:txBody>
                    <a:bodyPr/>
                    <a:lstStyle/>
                    <a:p>
                      <a:r>
                        <a:rPr sz="1875" b="1">
                          <a:solidFill>
                            <a:srgbClr val="20252B"/>
                          </a:solidFill>
                          <a:latin typeface="Arial"/>
                          <a:ea typeface="Arial"/>
                          <a:cs typeface="Arial"/>
                        </a:rPr>
                        <a:t>RF11</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Cierre de caja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Comparar efectivo contado con cobros y movimientos.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533400">
                <a:tc>
                  <a:txBody>
                    <a:bodyPr/>
                    <a:lstStyle/>
                    <a:p>
                      <a:r>
                        <a:rPr sz="1875" b="1">
                          <a:solidFill>
                            <a:srgbClr val="20252B"/>
                          </a:solidFill>
                          <a:latin typeface="Arial"/>
                          <a:ea typeface="Arial"/>
                          <a:cs typeface="Arial"/>
                        </a:rPr>
                        <a:t>RF12</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Efectivo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Registrar retiros y entregas con responsables.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533400">
                <a:tc>
                  <a:txBody>
                    <a:bodyPr/>
                    <a:lstStyle/>
                    <a:p>
                      <a:r>
                        <a:rPr sz="1875" b="1">
                          <a:solidFill>
                            <a:srgbClr val="20252B"/>
                          </a:solidFill>
                          <a:latin typeface="Arial"/>
                          <a:ea typeface="Arial"/>
                          <a:cs typeface="Arial"/>
                        </a:rPr>
                        <a:t>RF13</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Reportes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Consultar por periodo y sucursal. Exportar a Excel.</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r h="533400">
                <a:tc>
                  <a:txBody>
                    <a:bodyPr/>
                    <a:lstStyle/>
                    <a:p>
                      <a:r>
                        <a:rPr sz="1875" b="1">
                          <a:solidFill>
                            <a:srgbClr val="20252B"/>
                          </a:solidFill>
                          <a:latin typeface="Arial"/>
                          <a:ea typeface="Arial"/>
                          <a:cs typeface="Arial"/>
                        </a:rPr>
                        <a:t>RF14</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Fraccionamiento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Descontar una torta e ingresar sus porciones.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5"/>
                  </a:ext>
                </a:extLst>
              </a:tr>
              <a:tr h="533400">
                <a:tc>
                  <a:txBody>
                    <a:bodyPr/>
                    <a:lstStyle/>
                    <a:p>
                      <a:r>
                        <a:rPr sz="1875" b="1">
                          <a:solidFill>
                            <a:srgbClr val="20252B"/>
                          </a:solidFill>
                          <a:latin typeface="Arial"/>
                          <a:ea typeface="Arial"/>
                          <a:cs typeface="Arial"/>
                        </a:rPr>
                        <a:t>RF15</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Anulación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Anular una venta completa con autorización y motivo.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6"/>
                  </a:ext>
                </a:extLst>
              </a:tr>
              <a:tr h="533400">
                <a:tc>
                  <a:txBody>
                    <a:bodyPr/>
                    <a:lstStyle/>
                    <a:p>
                      <a:r>
                        <a:rPr sz="1875" b="1">
                          <a:solidFill>
                            <a:srgbClr val="20252B"/>
                          </a:solidFill>
                          <a:latin typeface="Arial"/>
                          <a:ea typeface="Arial"/>
                          <a:cs typeface="Arial"/>
                        </a:rPr>
                        <a:t>RF16</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Acceso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Sesiones revocables y recuperación controlada.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7"/>
                  </a:ext>
                </a:extLst>
              </a:tr>
              <a:tr h="533400">
                <a:tc>
                  <a:txBody>
                    <a:bodyPr/>
                    <a:lstStyle/>
                    <a:p>
                      <a:r>
                        <a:rPr sz="1875" b="1">
                          <a:solidFill>
                            <a:srgbClr val="20252B"/>
                          </a:solidFill>
                          <a:latin typeface="Arial"/>
                          <a:ea typeface="Arial"/>
                          <a:cs typeface="Arial"/>
                        </a:rPr>
                        <a:t>RF17</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Historial</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1875" b="0">
                          <a:solidFill>
                            <a:srgbClr val="20252B"/>
                          </a:solidFill>
                          <a:latin typeface="Arial"/>
                          <a:ea typeface="Arial"/>
                          <a:cs typeface="Arial"/>
                        </a:rPr>
                        <a:t>Consultar operaciones por usuario, sucursal y fecha.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8"/>
                  </a:ext>
                </a:extLst>
              </a:tr>
              <a:tr h="533400">
                <a:tc>
                  <a:txBody>
                    <a:bodyPr/>
                    <a:lstStyle/>
                    <a:p>
                      <a:r>
                        <a:rPr sz="1875" b="1">
                          <a:solidFill>
                            <a:srgbClr val="20252B"/>
                          </a:solidFill>
                          <a:latin typeface="Arial"/>
                          <a:ea typeface="Arial"/>
                          <a:cs typeface="Arial"/>
                        </a:rPr>
                        <a:t>RF18</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Perecibles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1875" b="0">
                          <a:solidFill>
                            <a:srgbClr val="20252B"/>
                          </a:solidFill>
                          <a:latin typeface="Arial"/>
                          <a:ea typeface="Arial"/>
                          <a:cs typeface="Arial"/>
                        </a:rPr>
                        <a:t>Controlar lotes, vencimientos y bloquear unidades vencidas.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4289557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8CDBCCB8-E5D2-4121-9011-43FEC921241C}"/>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Atributos de calidad</a:t>
            </a:r>
          </a:p>
        </p:txBody>
      </p:sp>
      <p:sp>
        <p:nvSpPr>
          <p:cNvPr id="2" name="Rectángulo 1">
            <a:extLst>
              <a:ext uri="{FF2B5EF4-FFF2-40B4-BE49-F238E27FC236}">
                <a16:creationId xmlns:a16="http://schemas.microsoft.com/office/drawing/2014/main" id="{5A3C5305-4BA1-4575-A9EB-2D3A058D9EA7}"/>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5</a:t>
            </a:r>
          </a:p>
        </p:txBody>
      </p:sp>
      <p:graphicFrame>
        <p:nvGraphicFramePr>
          <p:cNvPr id="3" name="Tabla 2">
            <a:extLst>
              <a:ext uri="{FF2B5EF4-FFF2-40B4-BE49-F238E27FC236}">
                <a16:creationId xmlns:a16="http://schemas.microsoft.com/office/drawing/2014/main" id="{0C264F27-A6EE-4643-BCAE-D8B6F1EA451B}"/>
              </a:ext>
            </a:extLst>
          </p:cNvPr>
          <p:cNvGraphicFramePr/>
          <p:nvPr/>
        </p:nvGraphicFramePr>
        <p:xfrm>
          <a:off x="619125" y="2076450"/>
          <a:ext cx="14001750" cy="5238752"/>
        </p:xfrm>
        <a:graphic>
          <a:graphicData uri="http://schemas.openxmlformats.org/drawingml/2006/table">
            <a:tbl>
              <a:tblPr/>
              <a:tblGrid>
                <a:gridCol w="1095375">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8905875">
                  <a:extLst>
                    <a:ext uri="{9D8B030D-6E8A-4147-A177-3AD203B41FA5}">
                      <a16:colId xmlns:a16="http://schemas.microsoft.com/office/drawing/2014/main" val="20002"/>
                    </a:ext>
                  </a:extLst>
                </a:gridCol>
              </a:tblGrid>
              <a:tr h="654844">
                <a:tc>
                  <a:txBody>
                    <a:bodyPr/>
                    <a:lstStyle/>
                    <a:p>
                      <a:r>
                        <a:rPr sz="2025" b="1">
                          <a:solidFill>
                            <a:srgbClr val="20252B"/>
                          </a:solidFill>
                          <a:latin typeface="Arial"/>
                          <a:ea typeface="Arial"/>
                          <a:cs typeface="Arial"/>
                        </a:rPr>
                        <a:t>ID</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025" b="1">
                          <a:solidFill>
                            <a:srgbClr val="20252B"/>
                          </a:solidFill>
                          <a:latin typeface="Arial"/>
                          <a:ea typeface="Arial"/>
                          <a:cs typeface="Arial"/>
                        </a:rPr>
                        <a:t>Atributo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025" b="1">
                          <a:solidFill>
                            <a:srgbClr val="20252B"/>
                          </a:solidFill>
                          <a:latin typeface="Arial"/>
                          <a:ea typeface="Arial"/>
                          <a:cs typeface="Arial"/>
                        </a:rPr>
                        <a:t>Qué exige al sistema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654844">
                <a:tc>
                  <a:txBody>
                    <a:bodyPr/>
                    <a:lstStyle/>
                    <a:p>
                      <a:r>
                        <a:rPr sz="2025" b="1">
                          <a:solidFill>
                            <a:srgbClr val="20252B"/>
                          </a:solidFill>
                          <a:latin typeface="Arial"/>
                          <a:ea typeface="Arial"/>
                          <a:cs typeface="Arial"/>
                        </a:rPr>
                        <a:t>AC01</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Rendimiento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Atender consultas y ventas dentro del tiempo definido.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654844">
                <a:tc>
                  <a:txBody>
                    <a:bodyPr/>
                    <a:lstStyle/>
                    <a:p>
                      <a:r>
                        <a:rPr sz="2025" b="1">
                          <a:solidFill>
                            <a:srgbClr val="20252B"/>
                          </a:solidFill>
                          <a:latin typeface="Arial"/>
                          <a:ea typeface="Arial"/>
                          <a:cs typeface="Arial"/>
                        </a:rPr>
                        <a:t>AC02</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Disponibilidad</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Mantener la operación y recuperar el servicio ante fallos.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654844">
                <a:tc>
                  <a:txBody>
                    <a:bodyPr/>
                    <a:lstStyle/>
                    <a:p>
                      <a:r>
                        <a:rPr sz="2025" b="1">
                          <a:solidFill>
                            <a:srgbClr val="20252B"/>
                          </a:solidFill>
                          <a:latin typeface="Arial"/>
                          <a:ea typeface="Arial"/>
                          <a:cs typeface="Arial"/>
                        </a:rPr>
                        <a:t>AC03</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Escalabilidad</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Incorporar negocios y sucursales según la carga medida.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654844">
                <a:tc>
                  <a:txBody>
                    <a:bodyPr/>
                    <a:lstStyle/>
                    <a:p>
                      <a:r>
                        <a:rPr sz="2025" b="1">
                          <a:solidFill>
                            <a:srgbClr val="20252B"/>
                          </a:solidFill>
                          <a:latin typeface="Arial"/>
                          <a:ea typeface="Arial"/>
                          <a:cs typeface="Arial"/>
                        </a:rPr>
                        <a:t>AC04</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Seguridad</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Respetar negocio, sucursal y permisos del usuario.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r h="654844">
                <a:tc>
                  <a:txBody>
                    <a:bodyPr/>
                    <a:lstStyle/>
                    <a:p>
                      <a:r>
                        <a:rPr sz="2025" b="1">
                          <a:solidFill>
                            <a:srgbClr val="20252B"/>
                          </a:solidFill>
                          <a:latin typeface="Arial"/>
                          <a:ea typeface="Arial"/>
                          <a:cs typeface="Arial"/>
                        </a:rPr>
                        <a:t>AC05</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Mantenibilidad</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Cambiar reglas sin depender de HTTP ni persistencia.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5"/>
                  </a:ext>
                </a:extLst>
              </a:tr>
              <a:tr h="654844">
                <a:tc>
                  <a:txBody>
                    <a:bodyPr/>
                    <a:lstStyle/>
                    <a:p>
                      <a:r>
                        <a:rPr sz="2025" b="1">
                          <a:solidFill>
                            <a:srgbClr val="20252B"/>
                          </a:solidFill>
                          <a:latin typeface="Arial"/>
                          <a:ea typeface="Arial"/>
                          <a:cs typeface="Arial"/>
                        </a:rPr>
                        <a:t>AC06</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Integridad y concurrencia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Evitar stock negativo, duplicados y registros parciales.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6"/>
                  </a:ext>
                </a:extLst>
              </a:tr>
              <a:tr h="654844">
                <a:tc>
                  <a:txBody>
                    <a:bodyPr/>
                    <a:lstStyle/>
                    <a:p>
                      <a:r>
                        <a:rPr sz="2025" b="1">
                          <a:solidFill>
                            <a:srgbClr val="20252B"/>
                          </a:solidFill>
                          <a:latin typeface="Arial"/>
                          <a:ea typeface="Arial"/>
                          <a:cs typeface="Arial"/>
                        </a:rPr>
                        <a:t>AC07</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Trazabilidad</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Conservar responsable, fecha, motivo y referencia.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2021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3DF136B2-EE5F-4312-8D7E-9C6E175BB3C2}"/>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Restricciones</a:t>
            </a:r>
          </a:p>
        </p:txBody>
      </p:sp>
      <p:sp>
        <p:nvSpPr>
          <p:cNvPr id="2" name="Rectángulo 1">
            <a:extLst>
              <a:ext uri="{FF2B5EF4-FFF2-40B4-BE49-F238E27FC236}">
                <a16:creationId xmlns:a16="http://schemas.microsoft.com/office/drawing/2014/main" id="{4B9094DF-81EC-4E1A-8A5C-490D88A53E3E}"/>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6</a:t>
            </a:r>
          </a:p>
        </p:txBody>
      </p:sp>
      <p:graphicFrame>
        <p:nvGraphicFramePr>
          <p:cNvPr id="3" name="Tabla 2">
            <a:extLst>
              <a:ext uri="{FF2B5EF4-FFF2-40B4-BE49-F238E27FC236}">
                <a16:creationId xmlns:a16="http://schemas.microsoft.com/office/drawing/2014/main" id="{3C069836-CC8B-4930-A86E-3B219E3EBDE3}"/>
              </a:ext>
            </a:extLst>
          </p:cNvPr>
          <p:cNvGraphicFramePr/>
          <p:nvPr/>
        </p:nvGraphicFramePr>
        <p:xfrm>
          <a:off x="619125" y="2333625"/>
          <a:ext cx="14001750" cy="4572000"/>
        </p:xfrm>
        <a:graphic>
          <a:graphicData uri="http://schemas.openxmlformats.org/drawingml/2006/table">
            <a:tbl>
              <a:tblPr/>
              <a:tblGrid>
                <a:gridCol w="1095375">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9096375">
                  <a:extLst>
                    <a:ext uri="{9D8B030D-6E8A-4147-A177-3AD203B41FA5}">
                      <a16:colId xmlns:a16="http://schemas.microsoft.com/office/drawing/2014/main" val="20002"/>
                    </a:ext>
                  </a:extLst>
                </a:gridCol>
              </a:tblGrid>
              <a:tr h="762000">
                <a:tc>
                  <a:txBody>
                    <a:bodyPr/>
                    <a:lstStyle/>
                    <a:p>
                      <a:r>
                        <a:rPr sz="2175" b="1">
                          <a:solidFill>
                            <a:srgbClr val="20252B"/>
                          </a:solidFill>
                          <a:latin typeface="Arial"/>
                          <a:ea typeface="Arial"/>
                          <a:cs typeface="Arial"/>
                        </a:rPr>
                        <a:t>ID</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175" b="1">
                          <a:solidFill>
                            <a:srgbClr val="20252B"/>
                          </a:solidFill>
                          <a:latin typeface="Arial"/>
                          <a:ea typeface="Arial"/>
                          <a:cs typeface="Arial"/>
                        </a:rPr>
                        <a:t>Restricción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175" b="1">
                          <a:solidFill>
                            <a:srgbClr val="20252B"/>
                          </a:solidFill>
                          <a:latin typeface="Arial"/>
                          <a:ea typeface="Arial"/>
                          <a:cs typeface="Arial"/>
                        </a:rPr>
                        <a:t>Implicación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762000">
                <a:tc>
                  <a:txBody>
                    <a:bodyPr/>
                    <a:lstStyle/>
                    <a:p>
                      <a:r>
                        <a:rPr sz="2175" b="1">
                          <a:solidFill>
                            <a:srgbClr val="20252B"/>
                          </a:solidFill>
                          <a:latin typeface="Arial"/>
                          <a:ea typeface="Arial"/>
                          <a:cs typeface="Arial"/>
                        </a:rPr>
                        <a:t>RC01</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Aplicación web</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Acceso desde navegador en escritorio o tablet.</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762000">
                <a:tc>
                  <a:txBody>
                    <a:bodyPr/>
                    <a:lstStyle/>
                    <a:p>
                      <a:r>
                        <a:rPr sz="2175" b="1">
                          <a:solidFill>
                            <a:srgbClr val="20252B"/>
                          </a:solidFill>
                          <a:latin typeface="Arial"/>
                          <a:ea typeface="Arial"/>
                          <a:cs typeface="Arial"/>
                        </a:rPr>
                        <a:t>RC02</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Control de versiones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Documentación y código en Git.</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762000">
                <a:tc>
                  <a:txBody>
                    <a:bodyPr/>
                    <a:lstStyle/>
                    <a:p>
                      <a:r>
                        <a:rPr sz="2175" b="1">
                          <a:solidFill>
                            <a:srgbClr val="20252B"/>
                          </a:solidFill>
                          <a:latin typeface="Arial"/>
                          <a:ea typeface="Arial"/>
                          <a:cs typeface="Arial"/>
                        </a:rPr>
                        <a:t>RC03</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Servicio multi-tenant</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Una plataforma con información separada por negocio.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762000">
                <a:tc>
                  <a:txBody>
                    <a:bodyPr/>
                    <a:lstStyle/>
                    <a:p>
                      <a:r>
                        <a:rPr sz="2175" b="1">
                          <a:solidFill>
                            <a:srgbClr val="20252B"/>
                          </a:solidFill>
                          <a:latin typeface="Arial"/>
                          <a:ea typeface="Arial"/>
                          <a:cs typeface="Arial"/>
                        </a:rPr>
                        <a:t>RC04</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Gestión interna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Sin pasarela de pagos ni facturación electrónica.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r h="762000">
                <a:tc>
                  <a:txBody>
                    <a:bodyPr/>
                    <a:lstStyle/>
                    <a:p>
                      <a:r>
                        <a:rPr sz="2175" b="1">
                          <a:solidFill>
                            <a:srgbClr val="20252B"/>
                          </a:solidFill>
                          <a:latin typeface="Arial"/>
                          <a:ea typeface="Arial"/>
                          <a:cs typeface="Arial"/>
                        </a:rPr>
                        <a:t>RC05</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Conectividad</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Las operaciones se confirman con conexión.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13740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6A5B3730-6D41-44D6-AA7F-C36DEC7E98B3}"/>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Drivers arquitectónicos</a:t>
            </a:r>
          </a:p>
        </p:txBody>
      </p:sp>
      <p:sp>
        <p:nvSpPr>
          <p:cNvPr id="2" name="Rectángulo 1">
            <a:extLst>
              <a:ext uri="{FF2B5EF4-FFF2-40B4-BE49-F238E27FC236}">
                <a16:creationId xmlns:a16="http://schemas.microsoft.com/office/drawing/2014/main" id="{7C92FC4E-A1EA-474E-A80A-DD240728BDC8}"/>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7</a:t>
            </a:r>
          </a:p>
        </p:txBody>
      </p:sp>
      <p:graphicFrame>
        <p:nvGraphicFramePr>
          <p:cNvPr id="3" name="Tabla 2">
            <a:extLst>
              <a:ext uri="{FF2B5EF4-FFF2-40B4-BE49-F238E27FC236}">
                <a16:creationId xmlns:a16="http://schemas.microsoft.com/office/drawing/2014/main" id="{421FD312-2191-4A46-BD64-327945753A26}"/>
              </a:ext>
            </a:extLst>
          </p:cNvPr>
          <p:cNvGraphicFramePr/>
          <p:nvPr/>
        </p:nvGraphicFramePr>
        <p:xfrm>
          <a:off x="619125" y="2076450"/>
          <a:ext cx="14001750" cy="5000625"/>
        </p:xfrm>
        <a:graphic>
          <a:graphicData uri="http://schemas.openxmlformats.org/drawingml/2006/table">
            <a:tbl>
              <a:tblPr/>
              <a:tblGrid>
                <a:gridCol w="1524000">
                  <a:extLst>
                    <a:ext uri="{9D8B030D-6E8A-4147-A177-3AD203B41FA5}">
                      <a16:colId xmlns:a16="http://schemas.microsoft.com/office/drawing/2014/main" val="20000"/>
                    </a:ext>
                  </a:extLst>
                </a:gridCol>
                <a:gridCol w="1009650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tblGrid>
              <a:tr h="714375">
                <a:tc>
                  <a:txBody>
                    <a:bodyPr/>
                    <a:lstStyle/>
                    <a:p>
                      <a:r>
                        <a:rPr sz="2175" b="1">
                          <a:solidFill>
                            <a:srgbClr val="20252B"/>
                          </a:solidFill>
                          <a:latin typeface="Arial"/>
                          <a:ea typeface="Arial"/>
                          <a:cs typeface="Arial"/>
                        </a:rPr>
                        <a:t>Driver</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175" b="1">
                          <a:solidFill>
                            <a:srgbClr val="20252B"/>
                          </a:solidFill>
                          <a:latin typeface="Arial"/>
                          <a:ea typeface="Arial"/>
                          <a:cs typeface="Arial"/>
                        </a:rPr>
                        <a:t>Necesidad</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175" b="1">
                          <a:solidFill>
                            <a:srgbClr val="20252B"/>
                          </a:solidFill>
                          <a:latin typeface="Arial"/>
                          <a:ea typeface="Arial"/>
                          <a:cs typeface="Arial"/>
                        </a:rPr>
                        <a:t>Origen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714375">
                <a:tc>
                  <a:txBody>
                    <a:bodyPr/>
                    <a:lstStyle/>
                    <a:p>
                      <a:r>
                        <a:rPr sz="2175" b="1">
                          <a:solidFill>
                            <a:srgbClr val="20252B"/>
                          </a:solidFill>
                          <a:latin typeface="Arial"/>
                          <a:ea typeface="Arial"/>
                          <a:cs typeface="Arial"/>
                        </a:rPr>
                        <a:t>DA01</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Crecer en negocios y sucursales.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AC03</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714375">
                <a:tc>
                  <a:txBody>
                    <a:bodyPr/>
                    <a:lstStyle/>
                    <a:p>
                      <a:r>
                        <a:rPr sz="2175" b="1">
                          <a:solidFill>
                            <a:srgbClr val="20252B"/>
                          </a:solidFill>
                          <a:latin typeface="Arial"/>
                          <a:ea typeface="Arial"/>
                          <a:cs typeface="Arial"/>
                        </a:rPr>
                        <a:t>DA02</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Responder con rapidez durante la atención.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AC01</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714375">
                <a:tc>
                  <a:txBody>
                    <a:bodyPr/>
                    <a:lstStyle/>
                    <a:p>
                      <a:r>
                        <a:rPr sz="2175" b="1">
                          <a:solidFill>
                            <a:srgbClr val="20252B"/>
                          </a:solidFill>
                          <a:latin typeface="Arial"/>
                          <a:ea typeface="Arial"/>
                          <a:cs typeface="Arial"/>
                        </a:rPr>
                        <a:t>DA03</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Aislar datos y autorizar por sucursal.</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AC04, RC03</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714375">
                <a:tc>
                  <a:txBody>
                    <a:bodyPr/>
                    <a:lstStyle/>
                    <a:p>
                      <a:r>
                        <a:rPr sz="2175" b="1">
                          <a:solidFill>
                            <a:srgbClr val="20252B"/>
                          </a:solidFill>
                          <a:latin typeface="Arial"/>
                          <a:ea typeface="Arial"/>
                          <a:cs typeface="Arial"/>
                        </a:rPr>
                        <a:t>DA04</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Mantener consistentes venta, cobro y stock.</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AC06, RF10</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r h="714375">
                <a:tc>
                  <a:txBody>
                    <a:bodyPr/>
                    <a:lstStyle/>
                    <a:p>
                      <a:r>
                        <a:rPr sz="2175" b="1">
                          <a:solidFill>
                            <a:srgbClr val="20252B"/>
                          </a:solidFill>
                          <a:latin typeface="Arial"/>
                          <a:ea typeface="Arial"/>
                          <a:cs typeface="Arial"/>
                        </a:rPr>
                        <a:t>DA05</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Conservar y recuperar información verificable.</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AC02, AC07</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5"/>
                  </a:ext>
                </a:extLst>
              </a:tr>
              <a:tr h="714375">
                <a:tc>
                  <a:txBody>
                    <a:bodyPr/>
                    <a:lstStyle/>
                    <a:p>
                      <a:r>
                        <a:rPr sz="2175" b="1">
                          <a:solidFill>
                            <a:srgbClr val="20252B"/>
                          </a:solidFill>
                          <a:latin typeface="Arial"/>
                          <a:ea typeface="Arial"/>
                          <a:cs typeface="Arial"/>
                        </a:rPr>
                        <a:t>DA06</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Cambiar reglas sin afectar otros módulos.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AC05</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3603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360E8E2E-C386-496D-84EA-5CB34293E6D9}"/>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Decisiones arquitectónicas principales</a:t>
            </a:r>
          </a:p>
        </p:txBody>
      </p:sp>
      <p:sp>
        <p:nvSpPr>
          <p:cNvPr id="2" name="Rectángulo 1">
            <a:extLst>
              <a:ext uri="{FF2B5EF4-FFF2-40B4-BE49-F238E27FC236}">
                <a16:creationId xmlns:a16="http://schemas.microsoft.com/office/drawing/2014/main" id="{71AD0BF0-0A7A-4F6F-9110-40AB1875CE8A}"/>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8</a:t>
            </a:r>
          </a:p>
        </p:txBody>
      </p:sp>
      <p:graphicFrame>
        <p:nvGraphicFramePr>
          <p:cNvPr id="3" name="Tabla 2">
            <a:extLst>
              <a:ext uri="{FF2B5EF4-FFF2-40B4-BE49-F238E27FC236}">
                <a16:creationId xmlns:a16="http://schemas.microsoft.com/office/drawing/2014/main" id="{F8844B33-D1AB-4F98-A99A-9DAB075D25B9}"/>
              </a:ext>
            </a:extLst>
          </p:cNvPr>
          <p:cNvGraphicFramePr/>
          <p:nvPr/>
        </p:nvGraphicFramePr>
        <p:xfrm>
          <a:off x="619125" y="2333625"/>
          <a:ext cx="14001750" cy="4476750"/>
        </p:xfrm>
        <a:graphic>
          <a:graphicData uri="http://schemas.openxmlformats.org/drawingml/2006/table">
            <a:tbl>
              <a:tblPr/>
              <a:tblGrid>
                <a:gridCol w="11430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8382000">
                  <a:extLst>
                    <a:ext uri="{9D8B030D-6E8A-4147-A177-3AD203B41FA5}">
                      <a16:colId xmlns:a16="http://schemas.microsoft.com/office/drawing/2014/main" val="20002"/>
                    </a:ext>
                  </a:extLst>
                </a:gridCol>
              </a:tblGrid>
              <a:tr h="895350">
                <a:tc>
                  <a:txBody>
                    <a:bodyPr/>
                    <a:lstStyle/>
                    <a:p>
                      <a:r>
                        <a:rPr sz="2175" b="1">
                          <a:solidFill>
                            <a:srgbClr val="20252B"/>
                          </a:solidFill>
                          <a:latin typeface="Arial"/>
                          <a:ea typeface="Arial"/>
                          <a:cs typeface="Arial"/>
                        </a:rPr>
                        <a:t>ADR</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175" b="1">
                          <a:solidFill>
                            <a:srgbClr val="20252B"/>
                          </a:solidFill>
                          <a:latin typeface="Arial"/>
                          <a:ea typeface="Arial"/>
                          <a:cs typeface="Arial"/>
                        </a:rPr>
                        <a:t>Decisión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175" b="1">
                          <a:solidFill>
                            <a:srgbClr val="20252B"/>
                          </a:solidFill>
                          <a:latin typeface="Arial"/>
                          <a:ea typeface="Arial"/>
                          <a:cs typeface="Arial"/>
                        </a:rPr>
                        <a:t>Justificación y driver</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895350">
                <a:tc>
                  <a:txBody>
                    <a:bodyPr/>
                    <a:lstStyle/>
                    <a:p>
                      <a:r>
                        <a:rPr sz="2175" b="1">
                          <a:solidFill>
                            <a:srgbClr val="20252B"/>
                          </a:solidFill>
                          <a:latin typeface="Arial"/>
                          <a:ea typeface="Arial"/>
                          <a:cs typeface="Arial"/>
                        </a:rPr>
                        <a:t>001</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Monolito modular</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Un backend con módulos separados. DA01, DA06.</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895350">
                <a:tc>
                  <a:txBody>
                    <a:bodyPr/>
                    <a:lstStyle/>
                    <a:p>
                      <a:r>
                        <a:rPr sz="2175" b="1">
                          <a:solidFill>
                            <a:srgbClr val="20252B"/>
                          </a:solidFill>
                          <a:latin typeface="Arial"/>
                          <a:ea typeface="Arial"/>
                          <a:cs typeface="Arial"/>
                        </a:rPr>
                        <a:t>002</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Clean Architecture</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Reglas y casos de uso independientes. DA06.</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895350">
                <a:tc>
                  <a:txBody>
                    <a:bodyPr/>
                    <a:lstStyle/>
                    <a:p>
                      <a:r>
                        <a:rPr sz="2175" b="1">
                          <a:solidFill>
                            <a:srgbClr val="20252B"/>
                          </a:solidFill>
                          <a:latin typeface="Arial"/>
                          <a:ea typeface="Arial"/>
                          <a:cs typeface="Arial"/>
                        </a:rPr>
                        <a:t>003</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PostgreSQL compartido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75" b="0">
                          <a:solidFill>
                            <a:srgbClr val="20252B"/>
                          </a:solidFill>
                          <a:latin typeface="Arial"/>
                          <a:ea typeface="Arial"/>
                          <a:cs typeface="Arial"/>
                        </a:rPr>
                        <a:t>Aislamiento por negocio, autorización y políticas de filas. DA03.</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895350">
                <a:tc>
                  <a:txBody>
                    <a:bodyPr/>
                    <a:lstStyle/>
                    <a:p>
                      <a:r>
                        <a:rPr sz="2175" b="1">
                          <a:solidFill>
                            <a:srgbClr val="20252B"/>
                          </a:solidFill>
                          <a:latin typeface="Arial"/>
                          <a:ea typeface="Arial"/>
                          <a:cs typeface="Arial"/>
                        </a:rPr>
                        <a:t>004</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Transacciones e idempotencia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75" b="0">
                          <a:solidFill>
                            <a:srgbClr val="20252B"/>
                          </a:solidFill>
                          <a:latin typeface="Arial"/>
                          <a:ea typeface="Arial"/>
                          <a:cs typeface="Arial"/>
                        </a:rPr>
                        <a:t>Confirmar todo o revertir. Evitar duplicados por reintentos. DA04.</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bl>
          </a:graphicData>
        </a:graphic>
      </p:graphicFrame>
      <p:sp>
        <p:nvSpPr>
          <p:cNvPr id="4" name="Rectángulo 3">
            <a:extLst>
              <a:ext uri="{FF2B5EF4-FFF2-40B4-BE49-F238E27FC236}">
                <a16:creationId xmlns:a16="http://schemas.microsoft.com/office/drawing/2014/main" id="{3BD9DF67-0056-4DFA-AD1F-B0654C89C4D1}"/>
              </a:ext>
            </a:extLst>
          </p:cNvPr>
          <p:cNvSpPr>
            <a:spLocks noGrp="1"/>
          </p:cNvSpPr>
          <p:nvPr/>
        </p:nvSpPr>
        <p:spPr>
          <a:xfrm>
            <a:off x="619125" y="7524750"/>
            <a:ext cx="14001750" cy="428625"/>
          </a:xfrm>
          <a:prstGeom prst="rect">
            <a:avLst/>
          </a:prstGeom>
          <a:noFill/>
          <a:ln w="0">
            <a:noFill/>
          </a:ln>
        </p:spPr>
        <p:txBody>
          <a:bodyPr lIns="0" tIns="0" rIns="0" bIns="0" anchor="ctr">
            <a:noAutofit/>
          </a:bodyPr>
          <a:lstStyle>
            <a:defPPr algn="l">
              <a:defRPr sz="1800" b="0">
                <a:solidFill>
                  <a:srgbClr val="505861"/>
                </a:solidFill>
                <a:latin typeface="Arial"/>
                <a:ea typeface="Arial"/>
                <a:cs typeface="Arial"/>
              </a:defRPr>
            </a:defPPr>
            <a:lvl1pPr algn="l">
              <a:defRPr sz="1800" b="0">
                <a:solidFill>
                  <a:srgbClr val="505861"/>
                </a:solidFill>
                <a:latin typeface="Arial"/>
                <a:ea typeface="Arial"/>
                <a:cs typeface="Arial"/>
              </a:defRPr>
            </a:lvl1pPr>
            <a:lvl2pPr algn="l">
              <a:defRPr sz="1800" b="0">
                <a:solidFill>
                  <a:srgbClr val="505861"/>
                </a:solidFill>
                <a:latin typeface="Arial"/>
                <a:ea typeface="Arial"/>
                <a:cs typeface="Arial"/>
              </a:defRPr>
            </a:lvl2pPr>
            <a:lvl3pPr algn="l">
              <a:defRPr sz="1800" b="0">
                <a:solidFill>
                  <a:srgbClr val="505861"/>
                </a:solidFill>
                <a:latin typeface="Arial"/>
                <a:ea typeface="Arial"/>
                <a:cs typeface="Arial"/>
              </a:defRPr>
            </a:lvl3pPr>
            <a:lvl4pPr algn="l">
              <a:defRPr sz="1800" b="0">
                <a:solidFill>
                  <a:srgbClr val="505861"/>
                </a:solidFill>
                <a:latin typeface="Arial"/>
                <a:ea typeface="Arial"/>
                <a:cs typeface="Arial"/>
              </a:defRPr>
            </a:lvl4pPr>
            <a:lvl5pPr algn="l">
              <a:defRPr sz="1800" b="0">
                <a:solidFill>
                  <a:srgbClr val="505861"/>
                </a:solidFill>
                <a:latin typeface="Arial"/>
                <a:ea typeface="Arial"/>
                <a:cs typeface="Arial"/>
              </a:defRPr>
            </a:lvl5pPr>
            <a:lvl6pPr algn="l">
              <a:defRPr sz="1800" b="0">
                <a:solidFill>
                  <a:srgbClr val="505861"/>
                </a:solidFill>
                <a:latin typeface="Arial"/>
                <a:ea typeface="Arial"/>
                <a:cs typeface="Arial"/>
              </a:defRPr>
            </a:lvl6pPr>
            <a:lvl7pPr algn="l">
              <a:defRPr sz="1800" b="0">
                <a:solidFill>
                  <a:srgbClr val="505861"/>
                </a:solidFill>
                <a:latin typeface="Arial"/>
                <a:ea typeface="Arial"/>
                <a:cs typeface="Arial"/>
              </a:defRPr>
            </a:lvl7pPr>
            <a:lvl8pPr algn="l">
              <a:defRPr sz="1800" b="0">
                <a:solidFill>
                  <a:srgbClr val="505861"/>
                </a:solidFill>
                <a:latin typeface="Arial"/>
                <a:ea typeface="Arial"/>
                <a:cs typeface="Arial"/>
              </a:defRPr>
            </a:lvl8pPr>
            <a:lvl9pPr algn="l">
              <a:defRPr sz="1800" b="0">
                <a:solidFill>
                  <a:srgbClr val="505861"/>
                </a:solidFill>
                <a:latin typeface="Arial"/>
                <a:ea typeface="Arial"/>
                <a:cs typeface="Arial"/>
              </a:defRPr>
            </a:lvl9pPr>
          </a:lstStyle>
          <a:p>
            <a:pPr algn="l">
              <a:defRPr sz="1800" b="0">
                <a:solidFill>
                  <a:srgbClr val="505861"/>
                </a:solidFill>
                <a:latin typeface="Arial"/>
                <a:ea typeface="Arial"/>
                <a:cs typeface="Arial"/>
              </a:defRPr>
            </a:pPr>
            <a:r>
              <a:rPr sz="1800" b="0">
                <a:solidFill>
                  <a:srgbClr val="505861"/>
                </a:solidFill>
                <a:latin typeface="Arial"/>
                <a:ea typeface="Arial"/>
                <a:cs typeface="Arial"/>
              </a:rPr>
              <a:t>Costo asumido: despliegue conjunto y disciplina en los límites de cada módulo.</a:t>
            </a:r>
          </a:p>
        </p:txBody>
      </p:sp>
    </p:spTree>
    <p:extLst>
      <p:ext uri="{BB962C8B-B14F-4D97-AF65-F5344CB8AC3E}">
        <p14:creationId xmlns:p14="http://schemas.microsoft.com/office/powerpoint/2010/main" val="424207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E0D2DAE5-F3C2-4500-A4E3-7C1EC0F79852}"/>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Decisiones de tecnología y operación</a:t>
            </a:r>
          </a:p>
        </p:txBody>
      </p:sp>
      <p:sp>
        <p:nvSpPr>
          <p:cNvPr id="2" name="Rectángulo 1">
            <a:extLst>
              <a:ext uri="{FF2B5EF4-FFF2-40B4-BE49-F238E27FC236}">
                <a16:creationId xmlns:a16="http://schemas.microsoft.com/office/drawing/2014/main" id="{69D163FD-FC18-463B-A6D6-74C66E5F5EB8}"/>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9</a:t>
            </a:r>
          </a:p>
        </p:txBody>
      </p:sp>
      <p:graphicFrame>
        <p:nvGraphicFramePr>
          <p:cNvPr id="3" name="Tabla 2">
            <a:extLst>
              <a:ext uri="{FF2B5EF4-FFF2-40B4-BE49-F238E27FC236}">
                <a16:creationId xmlns:a16="http://schemas.microsoft.com/office/drawing/2014/main" id="{299D4F6D-5985-41AD-B00C-9518679B106B}"/>
              </a:ext>
            </a:extLst>
          </p:cNvPr>
          <p:cNvGraphicFramePr/>
          <p:nvPr/>
        </p:nvGraphicFramePr>
        <p:xfrm>
          <a:off x="619125" y="2076450"/>
          <a:ext cx="14001750" cy="5000628"/>
        </p:xfrm>
        <a:graphic>
          <a:graphicData uri="http://schemas.openxmlformats.org/drawingml/2006/table">
            <a:tbl>
              <a:tblPr/>
              <a:tblGrid>
                <a:gridCol w="11430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7715250">
                  <a:extLst>
                    <a:ext uri="{9D8B030D-6E8A-4147-A177-3AD203B41FA5}">
                      <a16:colId xmlns:a16="http://schemas.microsoft.com/office/drawing/2014/main" val="20002"/>
                    </a:ext>
                  </a:extLst>
                </a:gridCol>
              </a:tblGrid>
              <a:tr h="833438">
                <a:tc>
                  <a:txBody>
                    <a:bodyPr/>
                    <a:lstStyle/>
                    <a:p>
                      <a:r>
                        <a:rPr sz="2025" b="1">
                          <a:solidFill>
                            <a:srgbClr val="20252B"/>
                          </a:solidFill>
                          <a:latin typeface="Arial"/>
                          <a:ea typeface="Arial"/>
                          <a:cs typeface="Arial"/>
                        </a:rPr>
                        <a:t>ADR</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025" b="1">
                          <a:solidFill>
                            <a:srgbClr val="20252B"/>
                          </a:solidFill>
                          <a:latin typeface="Arial"/>
                          <a:ea typeface="Arial"/>
                          <a:cs typeface="Arial"/>
                        </a:rPr>
                        <a:t>Decisión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025" b="1">
                          <a:solidFill>
                            <a:srgbClr val="20252B"/>
                          </a:solidFill>
                          <a:latin typeface="Arial"/>
                          <a:ea typeface="Arial"/>
                          <a:cs typeface="Arial"/>
                        </a:rPr>
                        <a:t>Motivo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833438">
                <a:tc>
                  <a:txBody>
                    <a:bodyPr/>
                    <a:lstStyle/>
                    <a:p>
                      <a:r>
                        <a:rPr sz="2025" b="1">
                          <a:solidFill>
                            <a:srgbClr val="20252B"/>
                          </a:solidFill>
                          <a:latin typeface="Arial"/>
                          <a:ea typeface="Arial"/>
                          <a:cs typeface="Arial"/>
                        </a:rPr>
                        <a:t>005</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Next.js, Express y TypeScript</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Separar interfaz y API con contratos claros. DA06.</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833438">
                <a:tc>
                  <a:txBody>
                    <a:bodyPr/>
                    <a:lstStyle/>
                    <a:p>
                      <a:r>
                        <a:rPr sz="2025" b="1">
                          <a:solidFill>
                            <a:srgbClr val="20252B"/>
                          </a:solidFill>
                          <a:latin typeface="Arial"/>
                          <a:ea typeface="Arial"/>
                          <a:cs typeface="Arial"/>
                        </a:rPr>
                        <a:t>006</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Consultas e índices primero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Medir antes de agregar caché o réplicas. DA02.</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833438">
                <a:tc>
                  <a:txBody>
                    <a:bodyPr/>
                    <a:lstStyle/>
                    <a:p>
                      <a:r>
                        <a:rPr sz="2025" b="1">
                          <a:solidFill>
                            <a:srgbClr val="20252B"/>
                          </a:solidFill>
                          <a:latin typeface="Arial"/>
                          <a:ea typeface="Arial"/>
                          <a:cs typeface="Arial"/>
                        </a:rPr>
                        <a:t>007</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Historial y restauración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Reconstruir operaciones y recuperar información. DA05.</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833438">
                <a:tc>
                  <a:txBody>
                    <a:bodyPr/>
                    <a:lstStyle/>
                    <a:p>
                      <a:r>
                        <a:rPr sz="2025" b="1">
                          <a:solidFill>
                            <a:srgbClr val="20252B"/>
                          </a:solidFill>
                          <a:latin typeface="Arial"/>
                          <a:ea typeface="Arial"/>
                          <a:cs typeface="Arial"/>
                        </a:rPr>
                        <a:t>008</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Cloudflare R2</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025" b="0">
                          <a:solidFill>
                            <a:srgbClr val="20252B"/>
                          </a:solidFill>
                          <a:latin typeface="Arial"/>
                          <a:ea typeface="Arial"/>
                          <a:cs typeface="Arial"/>
                        </a:rPr>
                        <a:t>Guardar fotografías fuera de la aplicación. DA01, DA02.</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r h="833438">
                <a:tc>
                  <a:txBody>
                    <a:bodyPr/>
                    <a:lstStyle/>
                    <a:p>
                      <a:r>
                        <a:rPr sz="2025" b="1">
                          <a:solidFill>
                            <a:srgbClr val="20252B"/>
                          </a:solidFill>
                          <a:latin typeface="Arial"/>
                          <a:ea typeface="Arial"/>
                          <a:cs typeface="Arial"/>
                        </a:rPr>
                        <a:t>009</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Render + PostgreSQL administrado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025" b="0">
                          <a:solidFill>
                            <a:srgbClr val="20252B"/>
                          </a:solidFill>
                          <a:latin typeface="Arial"/>
                          <a:ea typeface="Arial"/>
                          <a:cs typeface="Arial"/>
                        </a:rPr>
                        <a:t>Reducir administración inicial del alojamiento. DA05.</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4" name="Rectángulo 3">
            <a:extLst>
              <a:ext uri="{FF2B5EF4-FFF2-40B4-BE49-F238E27FC236}">
                <a16:creationId xmlns:a16="http://schemas.microsoft.com/office/drawing/2014/main" id="{B1C8E628-BB90-413C-B5EE-A65A6FB30A69}"/>
              </a:ext>
            </a:extLst>
          </p:cNvPr>
          <p:cNvSpPr>
            <a:spLocks noGrp="1"/>
          </p:cNvSpPr>
          <p:nvPr/>
        </p:nvSpPr>
        <p:spPr>
          <a:xfrm>
            <a:off x="619125" y="7524750"/>
            <a:ext cx="14001750" cy="428625"/>
          </a:xfrm>
          <a:prstGeom prst="rect">
            <a:avLst/>
          </a:prstGeom>
          <a:noFill/>
          <a:ln w="0">
            <a:noFill/>
          </a:ln>
        </p:spPr>
        <p:txBody>
          <a:bodyPr lIns="0" tIns="0" rIns="0" bIns="0" anchor="ctr">
            <a:noAutofit/>
          </a:bodyPr>
          <a:lstStyle>
            <a:defPPr algn="l">
              <a:defRPr sz="1800" b="0">
                <a:solidFill>
                  <a:srgbClr val="505861"/>
                </a:solidFill>
                <a:latin typeface="Arial"/>
                <a:ea typeface="Arial"/>
                <a:cs typeface="Arial"/>
              </a:defRPr>
            </a:defPPr>
            <a:lvl1pPr algn="l">
              <a:defRPr sz="1800" b="0">
                <a:solidFill>
                  <a:srgbClr val="505861"/>
                </a:solidFill>
                <a:latin typeface="Arial"/>
                <a:ea typeface="Arial"/>
                <a:cs typeface="Arial"/>
              </a:defRPr>
            </a:lvl1pPr>
            <a:lvl2pPr algn="l">
              <a:defRPr sz="1800" b="0">
                <a:solidFill>
                  <a:srgbClr val="505861"/>
                </a:solidFill>
                <a:latin typeface="Arial"/>
                <a:ea typeface="Arial"/>
                <a:cs typeface="Arial"/>
              </a:defRPr>
            </a:lvl2pPr>
            <a:lvl3pPr algn="l">
              <a:defRPr sz="1800" b="0">
                <a:solidFill>
                  <a:srgbClr val="505861"/>
                </a:solidFill>
                <a:latin typeface="Arial"/>
                <a:ea typeface="Arial"/>
                <a:cs typeface="Arial"/>
              </a:defRPr>
            </a:lvl3pPr>
            <a:lvl4pPr algn="l">
              <a:defRPr sz="1800" b="0">
                <a:solidFill>
                  <a:srgbClr val="505861"/>
                </a:solidFill>
                <a:latin typeface="Arial"/>
                <a:ea typeface="Arial"/>
                <a:cs typeface="Arial"/>
              </a:defRPr>
            </a:lvl4pPr>
            <a:lvl5pPr algn="l">
              <a:defRPr sz="1800" b="0">
                <a:solidFill>
                  <a:srgbClr val="505861"/>
                </a:solidFill>
                <a:latin typeface="Arial"/>
                <a:ea typeface="Arial"/>
                <a:cs typeface="Arial"/>
              </a:defRPr>
            </a:lvl5pPr>
            <a:lvl6pPr algn="l">
              <a:defRPr sz="1800" b="0">
                <a:solidFill>
                  <a:srgbClr val="505861"/>
                </a:solidFill>
                <a:latin typeface="Arial"/>
                <a:ea typeface="Arial"/>
                <a:cs typeface="Arial"/>
              </a:defRPr>
            </a:lvl6pPr>
            <a:lvl7pPr algn="l">
              <a:defRPr sz="1800" b="0">
                <a:solidFill>
                  <a:srgbClr val="505861"/>
                </a:solidFill>
                <a:latin typeface="Arial"/>
                <a:ea typeface="Arial"/>
                <a:cs typeface="Arial"/>
              </a:defRPr>
            </a:lvl7pPr>
            <a:lvl8pPr algn="l">
              <a:defRPr sz="1800" b="0">
                <a:solidFill>
                  <a:srgbClr val="505861"/>
                </a:solidFill>
                <a:latin typeface="Arial"/>
                <a:ea typeface="Arial"/>
                <a:cs typeface="Arial"/>
              </a:defRPr>
            </a:lvl8pPr>
            <a:lvl9pPr algn="l">
              <a:defRPr sz="1800" b="0">
                <a:solidFill>
                  <a:srgbClr val="505861"/>
                </a:solidFill>
                <a:latin typeface="Arial"/>
                <a:ea typeface="Arial"/>
                <a:cs typeface="Arial"/>
              </a:defRPr>
            </a:lvl9pPr>
          </a:lstStyle>
          <a:p>
            <a:pPr algn="l">
              <a:defRPr sz="1800" b="0">
                <a:solidFill>
                  <a:srgbClr val="505861"/>
                </a:solidFill>
                <a:latin typeface="Arial"/>
                <a:ea typeface="Arial"/>
                <a:cs typeface="Arial"/>
              </a:defRPr>
            </a:pPr>
            <a:r>
              <a:rPr sz="1800" b="0">
                <a:solidFill>
                  <a:srgbClr val="505861"/>
                </a:solidFill>
                <a:latin typeface="Arial"/>
                <a:ea typeface="Arial"/>
                <a:cs typeface="Arial"/>
              </a:rPr>
              <a:t>Selección de diseño. No implica contratación ni despliegue realizados.</a:t>
            </a:r>
          </a:p>
        </p:txBody>
      </p:sp>
    </p:spTree>
    <p:extLst>
      <p:ext uri="{BB962C8B-B14F-4D97-AF65-F5344CB8AC3E}">
        <p14:creationId xmlns:p14="http://schemas.microsoft.com/office/powerpoint/2010/main" val="174633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9B5B5E3C-3599-4B09-AA4E-70BACD848B8C}"/>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Escenario EQ-01: rendimiento</a:t>
            </a:r>
          </a:p>
        </p:txBody>
      </p:sp>
      <p:sp>
        <p:nvSpPr>
          <p:cNvPr id="2" name="Rectángulo 1">
            <a:extLst>
              <a:ext uri="{FF2B5EF4-FFF2-40B4-BE49-F238E27FC236}">
                <a16:creationId xmlns:a16="http://schemas.microsoft.com/office/drawing/2014/main" id="{B1FA53ED-7560-41C7-8075-2F77ED858598}"/>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10</a:t>
            </a:r>
          </a:p>
        </p:txBody>
      </p:sp>
      <p:graphicFrame>
        <p:nvGraphicFramePr>
          <p:cNvPr id="3" name="Tabla 2">
            <a:extLst>
              <a:ext uri="{FF2B5EF4-FFF2-40B4-BE49-F238E27FC236}">
                <a16:creationId xmlns:a16="http://schemas.microsoft.com/office/drawing/2014/main" id="{10A5EE7F-9D97-4294-B81D-88378A2A2DC5}"/>
              </a:ext>
            </a:extLst>
          </p:cNvPr>
          <p:cNvGraphicFramePr/>
          <p:nvPr/>
        </p:nvGraphicFramePr>
        <p:xfrm>
          <a:off x="619125" y="2076450"/>
          <a:ext cx="14001750" cy="4667250"/>
        </p:xfrm>
        <a:graphic>
          <a:graphicData uri="http://schemas.openxmlformats.org/drawingml/2006/table">
            <a:tbl>
              <a:tblPr/>
              <a:tblGrid>
                <a:gridCol w="3619500">
                  <a:extLst>
                    <a:ext uri="{9D8B030D-6E8A-4147-A177-3AD203B41FA5}">
                      <a16:colId xmlns:a16="http://schemas.microsoft.com/office/drawing/2014/main" val="20000"/>
                    </a:ext>
                  </a:extLst>
                </a:gridCol>
                <a:gridCol w="10382250">
                  <a:extLst>
                    <a:ext uri="{9D8B030D-6E8A-4147-A177-3AD203B41FA5}">
                      <a16:colId xmlns:a16="http://schemas.microsoft.com/office/drawing/2014/main" val="20001"/>
                    </a:ext>
                  </a:extLst>
                </a:gridCol>
              </a:tblGrid>
              <a:tr h="666750">
                <a:tc>
                  <a:txBody>
                    <a:bodyPr/>
                    <a:lstStyle/>
                    <a:p>
                      <a:r>
                        <a:rPr sz="2100" b="1">
                          <a:solidFill>
                            <a:srgbClr val="20252B"/>
                          </a:solidFill>
                          <a:latin typeface="Arial"/>
                          <a:ea typeface="Arial"/>
                          <a:cs typeface="Arial"/>
                        </a:rPr>
                        <a:t>Elemento</a:t>
                      </a:r>
                    </a:p>
                  </a:txBody>
                  <a:tcPr anchor="ctr">
                    <a:lnL w="9525">
                      <a:solidFill>
                        <a:srgbClr val="CCD2D8"/>
                      </a:solidFill>
                      <a:prstDash val="soli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tc>
                  <a:txBody>
                    <a:bodyPr/>
                    <a:lstStyle/>
                    <a:p>
                      <a:r>
                        <a:rPr sz="2100" b="1">
                          <a:solidFill>
                            <a:srgbClr val="20252B"/>
                          </a:solidFill>
                          <a:latin typeface="Arial"/>
                          <a:ea typeface="Arial"/>
                          <a:cs typeface="Arial"/>
                        </a:rPr>
                        <a:t>Definición</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a:solidFill>
                        <a:srgbClr val="CCD2D8"/>
                      </a:solidFill>
                      <a:prstDash val="solid"/>
                    </a:lnT>
                    <a:lnB w="9525">
                      <a:solidFill>
                        <a:srgbClr val="CCD2D8"/>
                      </a:solidFill>
                      <a:prstDash val="solid"/>
                    </a:lnB>
                    <a:solidFill>
                      <a:srgbClr val="E8EDF2"/>
                    </a:solidFill>
                  </a:tcPr>
                </a:tc>
                <a:extLst>
                  <a:ext uri="{0D108BD9-81ED-4DB2-BD59-A6C34878D82A}">
                    <a16:rowId xmlns:a16="http://schemas.microsoft.com/office/drawing/2014/main" val="10000"/>
                  </a:ext>
                </a:extLst>
              </a:tr>
              <a:tr h="666750">
                <a:tc>
                  <a:txBody>
                    <a:bodyPr/>
                    <a:lstStyle/>
                    <a:p>
                      <a:r>
                        <a:rPr sz="2100" b="1">
                          <a:solidFill>
                            <a:srgbClr val="20252B"/>
                          </a:solidFill>
                          <a:latin typeface="Arial"/>
                          <a:ea typeface="Arial"/>
                          <a:cs typeface="Arial"/>
                        </a:rPr>
                        <a:t>Fuente del estímulo</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00" b="0">
                          <a:solidFill>
                            <a:srgbClr val="20252B"/>
                          </a:solidFill>
                          <a:latin typeface="Arial"/>
                          <a:ea typeface="Arial"/>
                          <a:cs typeface="Arial"/>
                        </a:rPr>
                        <a:t>Empleado / Cajero.</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1"/>
                  </a:ext>
                </a:extLst>
              </a:tr>
              <a:tr h="666750">
                <a:tc>
                  <a:txBody>
                    <a:bodyPr/>
                    <a:lstStyle/>
                    <a:p>
                      <a:r>
                        <a:rPr sz="2100" b="1">
                          <a:solidFill>
                            <a:srgbClr val="20252B"/>
                          </a:solidFill>
                          <a:latin typeface="Arial"/>
                          <a:ea typeface="Arial"/>
                          <a:cs typeface="Arial"/>
                        </a:rPr>
                        <a:t>Estímulo</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00" b="0">
                          <a:solidFill>
                            <a:srgbClr val="20252B"/>
                          </a:solidFill>
                          <a:latin typeface="Arial"/>
                          <a:ea typeface="Arial"/>
                          <a:cs typeface="Arial"/>
                        </a:rPr>
                        <a:t>Busca productos o confirma una venta.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2"/>
                  </a:ext>
                </a:extLst>
              </a:tr>
              <a:tr h="666750">
                <a:tc>
                  <a:txBody>
                    <a:bodyPr/>
                    <a:lstStyle/>
                    <a:p>
                      <a:r>
                        <a:rPr sz="2100" b="1">
                          <a:solidFill>
                            <a:srgbClr val="20252B"/>
                          </a:solidFill>
                          <a:latin typeface="Arial"/>
                          <a:ea typeface="Arial"/>
                          <a:cs typeface="Arial"/>
                        </a:rPr>
                        <a:t>Artefacto</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00" b="0">
                          <a:solidFill>
                            <a:srgbClr val="20252B"/>
                          </a:solidFill>
                          <a:latin typeface="Arial"/>
                          <a:ea typeface="Arial"/>
                          <a:cs typeface="Arial"/>
                        </a:rPr>
                        <a:t>Catálogo, Ventas y consultas a PostgreSQL.</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3"/>
                  </a:ext>
                </a:extLst>
              </a:tr>
              <a:tr h="666750">
                <a:tc>
                  <a:txBody>
                    <a:bodyPr/>
                    <a:lstStyle/>
                    <a:p>
                      <a:r>
                        <a:rPr sz="2100" b="1">
                          <a:solidFill>
                            <a:srgbClr val="20252B"/>
                          </a:solidFill>
                          <a:latin typeface="Arial"/>
                          <a:ea typeface="Arial"/>
                          <a:cs typeface="Arial"/>
                        </a:rPr>
                        <a:t>Entorno</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00" b="0">
                          <a:solidFill>
                            <a:srgbClr val="20252B"/>
                          </a:solidFill>
                          <a:latin typeface="Arial"/>
                          <a:ea typeface="Arial"/>
                          <a:cs typeface="Arial"/>
                        </a:rPr>
                        <a:t>30 usuarios virtuales, datos sintéticos y recursos documentados.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4"/>
                  </a:ext>
                </a:extLst>
              </a:tr>
              <a:tr h="666750">
                <a:tc>
                  <a:txBody>
                    <a:bodyPr/>
                    <a:lstStyle/>
                    <a:p>
                      <a:r>
                        <a:rPr sz="2100" b="1">
                          <a:solidFill>
                            <a:srgbClr val="20252B"/>
                          </a:solidFill>
                          <a:latin typeface="Arial"/>
                          <a:ea typeface="Arial"/>
                          <a:cs typeface="Arial"/>
                        </a:rPr>
                        <a:t>Respuesta</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tc>
                  <a:txBody>
                    <a:bodyPr/>
                    <a:lstStyle/>
                    <a:p>
                      <a:r>
                        <a:rPr sz="2100" b="0">
                          <a:solidFill>
                            <a:srgbClr val="20252B"/>
                          </a:solidFill>
                          <a:latin typeface="Arial"/>
                          <a:ea typeface="Arial"/>
                          <a:cs typeface="Arial"/>
                        </a:rPr>
                        <a:t>La plataforma responde sin errores técnicos inesperados.</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FFFFF"/>
                    </a:solidFill>
                  </a:tcPr>
                </a:tc>
                <a:extLst>
                  <a:ext uri="{0D108BD9-81ED-4DB2-BD59-A6C34878D82A}">
                    <a16:rowId xmlns:a16="http://schemas.microsoft.com/office/drawing/2014/main" val="10005"/>
                  </a:ext>
                </a:extLst>
              </a:tr>
              <a:tr h="666750">
                <a:tc>
                  <a:txBody>
                    <a:bodyPr/>
                    <a:lstStyle/>
                    <a:p>
                      <a:r>
                        <a:rPr sz="2100" b="1">
                          <a:solidFill>
                            <a:srgbClr val="20252B"/>
                          </a:solidFill>
                          <a:latin typeface="Arial"/>
                          <a:ea typeface="Arial"/>
                          <a:cs typeface="Arial"/>
                        </a:rPr>
                        <a:t>Medida de respuesta</a:t>
                      </a:r>
                    </a:p>
                  </a:txBody>
                  <a:tcPr anchor="ctr">
                    <a:lnL w="9525">
                      <a:solidFill>
                        <a:srgbClr val="CCD2D8"/>
                      </a:solidFill>
                      <a:prstDash val="soli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tc>
                  <a:txBody>
                    <a:bodyPr/>
                    <a:lstStyle/>
                    <a:p>
                      <a:r>
                        <a:rPr sz="2100" b="0">
                          <a:solidFill>
                            <a:srgbClr val="20252B"/>
                          </a:solidFill>
                          <a:latin typeface="Arial"/>
                          <a:ea typeface="Arial"/>
                          <a:cs typeface="Arial"/>
                        </a:rPr>
                        <a:t>Objetivo: p95 ≤ 2 segundos y ningún error 5xx en la carga definida.</a:t>
                      </a:r>
                    </a:p>
                  </a:txBody>
                  <a:tcPr anchor="ctr">
                    <a:lnL w="9525" cap="flat" cmpd="sng" algn="ctr">
                      <a:solidFill>
                        <a:srgbClr val="CCD2D8"/>
                      </a:solidFill>
                      <a:prstDash val="solid"/>
                      <a:round/>
                      <a:headEnd type="none" w="med" len="med"/>
                      <a:tailEnd type="none" w="med" len="med"/>
                    </a:lnL>
                    <a:lnR w="9525">
                      <a:solidFill>
                        <a:srgbClr val="CCD2D8"/>
                      </a:solidFill>
                      <a:prstDash val="solid"/>
                    </a:lnR>
                    <a:lnT w="9525" cap="flat" cmpd="sng" algn="ctr">
                      <a:solidFill>
                        <a:srgbClr val="CCD2D8"/>
                      </a:solidFill>
                      <a:prstDash val="solid"/>
                      <a:round/>
                      <a:headEnd type="none" w="med" len="med"/>
                      <a:tailEnd type="none" w="med" len="med"/>
                    </a:lnT>
                    <a:lnB w="9525">
                      <a:solidFill>
                        <a:srgbClr val="CCD2D8"/>
                      </a:solidFill>
                      <a:prstDash val="solid"/>
                    </a:lnB>
                    <a:solidFill>
                      <a:srgbClr val="F5F5F5"/>
                    </a:solidFill>
                  </a:tcPr>
                </a:tc>
                <a:extLst>
                  <a:ext uri="{0D108BD9-81ED-4DB2-BD59-A6C34878D82A}">
                    <a16:rowId xmlns:a16="http://schemas.microsoft.com/office/drawing/2014/main" val="10006"/>
                  </a:ext>
                </a:extLst>
              </a:tr>
            </a:tbl>
          </a:graphicData>
        </a:graphic>
      </p:graphicFrame>
      <p:sp>
        <p:nvSpPr>
          <p:cNvPr id="4" name="Rectángulo 3">
            <a:extLst>
              <a:ext uri="{FF2B5EF4-FFF2-40B4-BE49-F238E27FC236}">
                <a16:creationId xmlns:a16="http://schemas.microsoft.com/office/drawing/2014/main" id="{C245BC37-2D93-48EA-ABC8-1F437F4420D1}"/>
              </a:ext>
            </a:extLst>
          </p:cNvPr>
          <p:cNvSpPr>
            <a:spLocks noGrp="1"/>
          </p:cNvSpPr>
          <p:nvPr/>
        </p:nvSpPr>
        <p:spPr>
          <a:xfrm>
            <a:off x="619125" y="7067550"/>
            <a:ext cx="14001750" cy="762000"/>
          </a:xfrm>
          <a:prstGeom prst="rect">
            <a:avLst/>
          </a:prstGeom>
          <a:noFill/>
          <a:ln w="0">
            <a:noFill/>
          </a:ln>
        </p:spPr>
        <p:txBody>
          <a:bodyPr lIns="0" tIns="0" rIns="0" bIns="0" anchor="ctr">
            <a:noAutofit/>
          </a:bodyPr>
          <a:lstStyle>
            <a:defPPr algn="l">
              <a:defRPr sz="1725" b="0">
                <a:solidFill>
                  <a:srgbClr val="505861"/>
                </a:solidFill>
                <a:latin typeface="Arial"/>
                <a:ea typeface="Arial"/>
                <a:cs typeface="Arial"/>
              </a:defRPr>
            </a:defPPr>
            <a:lvl1pPr algn="l">
              <a:defRPr sz="1725" b="0">
                <a:solidFill>
                  <a:srgbClr val="505861"/>
                </a:solidFill>
                <a:latin typeface="Arial"/>
                <a:ea typeface="Arial"/>
                <a:cs typeface="Arial"/>
              </a:defRPr>
            </a:lvl1pPr>
            <a:lvl2pPr algn="l">
              <a:defRPr sz="1725" b="0">
                <a:solidFill>
                  <a:srgbClr val="505861"/>
                </a:solidFill>
                <a:latin typeface="Arial"/>
                <a:ea typeface="Arial"/>
                <a:cs typeface="Arial"/>
              </a:defRPr>
            </a:lvl2pPr>
            <a:lvl3pPr algn="l">
              <a:defRPr sz="1725" b="0">
                <a:solidFill>
                  <a:srgbClr val="505861"/>
                </a:solidFill>
                <a:latin typeface="Arial"/>
                <a:ea typeface="Arial"/>
                <a:cs typeface="Arial"/>
              </a:defRPr>
            </a:lvl3pPr>
            <a:lvl4pPr algn="l">
              <a:defRPr sz="1725" b="0">
                <a:solidFill>
                  <a:srgbClr val="505861"/>
                </a:solidFill>
                <a:latin typeface="Arial"/>
                <a:ea typeface="Arial"/>
                <a:cs typeface="Arial"/>
              </a:defRPr>
            </a:lvl4pPr>
            <a:lvl5pPr algn="l">
              <a:defRPr sz="1725" b="0">
                <a:solidFill>
                  <a:srgbClr val="505861"/>
                </a:solidFill>
                <a:latin typeface="Arial"/>
                <a:ea typeface="Arial"/>
                <a:cs typeface="Arial"/>
              </a:defRPr>
            </a:lvl5pPr>
            <a:lvl6pPr algn="l">
              <a:defRPr sz="1725" b="0">
                <a:solidFill>
                  <a:srgbClr val="505861"/>
                </a:solidFill>
                <a:latin typeface="Arial"/>
                <a:ea typeface="Arial"/>
                <a:cs typeface="Arial"/>
              </a:defRPr>
            </a:lvl6pPr>
            <a:lvl7pPr algn="l">
              <a:defRPr sz="1725" b="0">
                <a:solidFill>
                  <a:srgbClr val="505861"/>
                </a:solidFill>
                <a:latin typeface="Arial"/>
                <a:ea typeface="Arial"/>
                <a:cs typeface="Arial"/>
              </a:defRPr>
            </a:lvl7pPr>
            <a:lvl8pPr algn="l">
              <a:defRPr sz="1725" b="0">
                <a:solidFill>
                  <a:srgbClr val="505861"/>
                </a:solidFill>
                <a:latin typeface="Arial"/>
                <a:ea typeface="Arial"/>
                <a:cs typeface="Arial"/>
              </a:defRPr>
            </a:lvl8pPr>
            <a:lvl9pPr algn="l">
              <a:defRPr sz="1725" b="0">
                <a:solidFill>
                  <a:srgbClr val="505861"/>
                </a:solidFill>
                <a:latin typeface="Arial"/>
                <a:ea typeface="Arial"/>
                <a:cs typeface="Arial"/>
              </a:defRPr>
            </a:lvl9pPr>
          </a:lstStyle>
          <a:p>
            <a:pPr algn="l">
              <a:defRPr sz="1725" b="0">
                <a:solidFill>
                  <a:srgbClr val="505861"/>
                </a:solidFill>
                <a:latin typeface="Arial"/>
                <a:ea typeface="Arial"/>
                <a:cs typeface="Arial"/>
              </a:defRPr>
            </a:pPr>
            <a:r>
              <a:rPr sz="1725" b="0">
                <a:solidFill>
                  <a:srgbClr val="505861"/>
                </a:solidFill>
                <a:latin typeface="Arial"/>
                <a:ea typeface="Arial"/>
                <a:cs typeface="Arial"/>
              </a:rPr>
              <a:t>Otros escenarios: EQ-02 recuperación · EQ-03 crecimiento · EQ-04 aislamiento</a:t>
            </a:r>
          </a:p>
          <a:p>
            <a:pPr algn="l">
              <a:defRPr sz="1725" b="0">
                <a:solidFill>
                  <a:srgbClr val="505861"/>
                </a:solidFill>
                <a:latin typeface="Arial"/>
                <a:ea typeface="Arial"/>
                <a:cs typeface="Arial"/>
              </a:defRPr>
            </a:pPr>
            <a:r>
              <a:rPr sz="1725" b="0">
                <a:solidFill>
                  <a:srgbClr val="505861"/>
                </a:solidFill>
                <a:latin typeface="Arial"/>
                <a:ea typeface="Arial"/>
                <a:cs typeface="Arial"/>
              </a:rPr>
              <a:t>EQ-05 cambio de reglas · EQ-06 reintento · EQ-07 trazabilidad</a:t>
            </a:r>
          </a:p>
        </p:txBody>
      </p:sp>
    </p:spTree>
    <p:extLst>
      <p:ext uri="{BB962C8B-B14F-4D97-AF65-F5344CB8AC3E}">
        <p14:creationId xmlns:p14="http://schemas.microsoft.com/office/powerpoint/2010/main" val="1271975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E806856-A6E9-49EF-BCFA-51FAC0FC571E}"/>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Arquitectura general: contexto del sistema</a:t>
            </a:r>
          </a:p>
        </p:txBody>
      </p:sp>
      <p:sp>
        <p:nvSpPr>
          <p:cNvPr id="2" name="Rectángulo 1">
            <a:extLst>
              <a:ext uri="{FF2B5EF4-FFF2-40B4-BE49-F238E27FC236}">
                <a16:creationId xmlns:a16="http://schemas.microsoft.com/office/drawing/2014/main" id="{BC87EF36-BCD1-440B-9D71-5F22CDD3CCAB}"/>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11</a:t>
            </a:r>
          </a:p>
        </p:txBody>
      </p:sp>
      <p:pic>
        <p:nvPicPr>
          <p:cNvPr id="3" name="Imagen 2">
            <a:extLst>
              <a:ext uri="{FF2B5EF4-FFF2-40B4-BE49-F238E27FC236}">
                <a16:creationId xmlns:a16="http://schemas.microsoft.com/office/drawing/2014/main" id="{ECEDFA27-E6FA-4048-86C4-2212F083AE5A}"/>
              </a:ext>
            </a:extLst>
          </p:cNvPr>
          <p:cNvPicPr>
            <a:picLocks noChangeAspect="1"/>
          </p:cNvPicPr>
          <p:nvPr/>
        </p:nvPicPr>
        <p:blipFill>
          <a:blip r:embed="rId3"/>
          <a:stretch/>
        </p:blipFill>
        <p:spPr>
          <a:xfrm>
            <a:off x="2648857" y="1428750"/>
            <a:ext cx="9942286" cy="6524625"/>
          </a:xfrm>
          <a:prstGeom prst="rect">
            <a:avLst/>
          </a:prstGeom>
        </p:spPr>
      </p:pic>
    </p:spTree>
    <p:extLst>
      <p:ext uri="{BB962C8B-B14F-4D97-AF65-F5344CB8AC3E}">
        <p14:creationId xmlns:p14="http://schemas.microsoft.com/office/powerpoint/2010/main" val="569934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A7A0F14-F24E-4D90-8301-3D2510B4D35B}"/>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Arquitectura de aplicaciones y datos</a:t>
            </a:r>
          </a:p>
        </p:txBody>
      </p:sp>
      <p:sp>
        <p:nvSpPr>
          <p:cNvPr id="2" name="Rectángulo 1">
            <a:extLst>
              <a:ext uri="{FF2B5EF4-FFF2-40B4-BE49-F238E27FC236}">
                <a16:creationId xmlns:a16="http://schemas.microsoft.com/office/drawing/2014/main" id="{058394FD-B7B3-4201-A31C-CC18354D6394}"/>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12</a:t>
            </a:r>
          </a:p>
        </p:txBody>
      </p:sp>
      <p:pic>
        <p:nvPicPr>
          <p:cNvPr id="3" name="Imagen 2">
            <a:extLst>
              <a:ext uri="{FF2B5EF4-FFF2-40B4-BE49-F238E27FC236}">
                <a16:creationId xmlns:a16="http://schemas.microsoft.com/office/drawing/2014/main" id="{E0A14D9E-5B10-4527-9103-9D4BB2F6F47F}"/>
              </a:ext>
            </a:extLst>
          </p:cNvPr>
          <p:cNvPicPr>
            <a:picLocks noChangeAspect="1"/>
          </p:cNvPicPr>
          <p:nvPr/>
        </p:nvPicPr>
        <p:blipFill>
          <a:blip r:embed="rId3"/>
          <a:stretch/>
        </p:blipFill>
        <p:spPr>
          <a:xfrm>
            <a:off x="2648857" y="1428750"/>
            <a:ext cx="9942286" cy="6524625"/>
          </a:xfrm>
          <a:prstGeom prst="rect">
            <a:avLst/>
          </a:prstGeom>
        </p:spPr>
      </p:pic>
    </p:spTree>
    <p:extLst>
      <p:ext uri="{BB962C8B-B14F-4D97-AF65-F5344CB8AC3E}">
        <p14:creationId xmlns:p14="http://schemas.microsoft.com/office/powerpoint/2010/main" val="2040559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40AAC89-6C05-48E8-942F-DDFC572B1EED}"/>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Estilo: monolito modular por capas</a:t>
            </a:r>
          </a:p>
        </p:txBody>
      </p:sp>
      <p:sp>
        <p:nvSpPr>
          <p:cNvPr id="2" name="Rectángulo 1">
            <a:extLst>
              <a:ext uri="{FF2B5EF4-FFF2-40B4-BE49-F238E27FC236}">
                <a16:creationId xmlns:a16="http://schemas.microsoft.com/office/drawing/2014/main" id="{CFB9F3C2-C0AE-4757-8E97-4DFA79895491}"/>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13</a:t>
            </a:r>
          </a:p>
        </p:txBody>
      </p:sp>
      <p:pic>
        <p:nvPicPr>
          <p:cNvPr id="3" name="Imagen 2">
            <a:extLst>
              <a:ext uri="{FF2B5EF4-FFF2-40B4-BE49-F238E27FC236}">
                <a16:creationId xmlns:a16="http://schemas.microsoft.com/office/drawing/2014/main" id="{6C2726DD-CAC4-4F12-89D0-5CC01B1BD0FD}"/>
              </a:ext>
            </a:extLst>
          </p:cNvPr>
          <p:cNvPicPr>
            <a:picLocks noChangeAspect="1"/>
          </p:cNvPicPr>
          <p:nvPr/>
        </p:nvPicPr>
        <p:blipFill>
          <a:blip r:embed="rId3"/>
          <a:stretch/>
        </p:blipFill>
        <p:spPr>
          <a:xfrm>
            <a:off x="3160724" y="1428750"/>
            <a:ext cx="8918552" cy="6524625"/>
          </a:xfrm>
          <a:prstGeom prst="rect">
            <a:avLst/>
          </a:prstGeom>
        </p:spPr>
      </p:pic>
    </p:spTree>
    <p:extLst>
      <p:ext uri="{BB962C8B-B14F-4D97-AF65-F5344CB8AC3E}">
        <p14:creationId xmlns:p14="http://schemas.microsoft.com/office/powerpoint/2010/main" val="2098820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A1EEF19-C365-414D-9CBD-96B6E3E9DCD3}"/>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Enfoque: Clean Architecture</a:t>
            </a:r>
          </a:p>
        </p:txBody>
      </p:sp>
      <p:sp>
        <p:nvSpPr>
          <p:cNvPr id="2" name="Rectángulo 1">
            <a:extLst>
              <a:ext uri="{FF2B5EF4-FFF2-40B4-BE49-F238E27FC236}">
                <a16:creationId xmlns:a16="http://schemas.microsoft.com/office/drawing/2014/main" id="{C61BB724-84C3-4F9B-8DE0-7AED751FD5B9}"/>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14</a:t>
            </a:r>
          </a:p>
        </p:txBody>
      </p:sp>
      <p:pic>
        <p:nvPicPr>
          <p:cNvPr id="3" name="Imagen 2">
            <a:extLst>
              <a:ext uri="{FF2B5EF4-FFF2-40B4-BE49-F238E27FC236}">
                <a16:creationId xmlns:a16="http://schemas.microsoft.com/office/drawing/2014/main" id="{BF8A324D-8AD8-4C21-A12E-546BB0AF5B05}"/>
              </a:ext>
            </a:extLst>
          </p:cNvPr>
          <p:cNvPicPr>
            <a:picLocks noChangeAspect="1"/>
          </p:cNvPicPr>
          <p:nvPr/>
        </p:nvPicPr>
        <p:blipFill>
          <a:blip r:embed="rId3"/>
          <a:stretch/>
        </p:blipFill>
        <p:spPr>
          <a:xfrm>
            <a:off x="2539349" y="1428750"/>
            <a:ext cx="10161301" cy="6524625"/>
          </a:xfrm>
          <a:prstGeom prst="rect">
            <a:avLst/>
          </a:prstGeom>
        </p:spPr>
      </p:pic>
    </p:spTree>
    <p:extLst>
      <p:ext uri="{BB962C8B-B14F-4D97-AF65-F5344CB8AC3E}">
        <p14:creationId xmlns:p14="http://schemas.microsoft.com/office/powerpoint/2010/main" val="1744325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A5EF8F8-4326-4872-8B7D-92F1226EC40F}"/>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Componentes de la API</a:t>
            </a:r>
          </a:p>
        </p:txBody>
      </p:sp>
      <p:sp>
        <p:nvSpPr>
          <p:cNvPr id="2" name="Rectángulo 1">
            <a:extLst>
              <a:ext uri="{FF2B5EF4-FFF2-40B4-BE49-F238E27FC236}">
                <a16:creationId xmlns:a16="http://schemas.microsoft.com/office/drawing/2014/main" id="{70D571A2-D668-4013-A8B9-A76742980A17}"/>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15</a:t>
            </a:r>
          </a:p>
        </p:txBody>
      </p:sp>
      <p:pic>
        <p:nvPicPr>
          <p:cNvPr id="3" name="Imagen 2">
            <a:extLst>
              <a:ext uri="{FF2B5EF4-FFF2-40B4-BE49-F238E27FC236}">
                <a16:creationId xmlns:a16="http://schemas.microsoft.com/office/drawing/2014/main" id="{BCCBBE82-4BD0-44CF-AE3D-EC37904A0698}"/>
              </a:ext>
            </a:extLst>
          </p:cNvPr>
          <p:cNvPicPr>
            <a:picLocks noChangeAspect="1"/>
          </p:cNvPicPr>
          <p:nvPr/>
        </p:nvPicPr>
        <p:blipFill>
          <a:blip r:embed="rId3"/>
          <a:stretch/>
        </p:blipFill>
        <p:spPr>
          <a:xfrm>
            <a:off x="3391076" y="1428750"/>
            <a:ext cx="8457847" cy="6524625"/>
          </a:xfrm>
          <a:prstGeom prst="rect">
            <a:avLst/>
          </a:prstGeom>
        </p:spPr>
      </p:pic>
    </p:spTree>
    <p:extLst>
      <p:ext uri="{BB962C8B-B14F-4D97-AF65-F5344CB8AC3E}">
        <p14:creationId xmlns:p14="http://schemas.microsoft.com/office/powerpoint/2010/main" val="1126106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2C69BA4C-ECAD-4A35-8D53-01A6831CA3CB}"/>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Diseño interno de Ventas</a:t>
            </a:r>
          </a:p>
        </p:txBody>
      </p:sp>
      <p:sp>
        <p:nvSpPr>
          <p:cNvPr id="2" name="Rectángulo 1">
            <a:extLst>
              <a:ext uri="{FF2B5EF4-FFF2-40B4-BE49-F238E27FC236}">
                <a16:creationId xmlns:a16="http://schemas.microsoft.com/office/drawing/2014/main" id="{4758CFED-E621-482C-856C-C6863071C17C}"/>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16</a:t>
            </a:r>
          </a:p>
        </p:txBody>
      </p:sp>
      <p:pic>
        <p:nvPicPr>
          <p:cNvPr id="3" name="Imagen 2">
            <a:extLst>
              <a:ext uri="{FF2B5EF4-FFF2-40B4-BE49-F238E27FC236}">
                <a16:creationId xmlns:a16="http://schemas.microsoft.com/office/drawing/2014/main" id="{310D8C5D-B863-44C1-A0E7-3622869F0AA5}"/>
              </a:ext>
            </a:extLst>
          </p:cNvPr>
          <p:cNvPicPr>
            <a:picLocks noChangeAspect="1"/>
          </p:cNvPicPr>
          <p:nvPr/>
        </p:nvPicPr>
        <p:blipFill>
          <a:blip r:embed="rId3"/>
          <a:stretch/>
        </p:blipFill>
        <p:spPr>
          <a:xfrm>
            <a:off x="3095625" y="1428750"/>
            <a:ext cx="9048750" cy="6524625"/>
          </a:xfrm>
          <a:prstGeom prst="rect">
            <a:avLst/>
          </a:prstGeom>
        </p:spPr>
      </p:pic>
    </p:spTree>
    <p:extLst>
      <p:ext uri="{BB962C8B-B14F-4D97-AF65-F5344CB8AC3E}">
        <p14:creationId xmlns:p14="http://schemas.microsoft.com/office/powerpoint/2010/main" val="18285504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4AC6AA06-2153-4A3E-82CD-2DEFAF5AA19F}"/>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Patrones de diseño</a:t>
            </a:r>
          </a:p>
        </p:txBody>
      </p:sp>
      <p:sp>
        <p:nvSpPr>
          <p:cNvPr id="2" name="Rectángulo 1">
            <a:extLst>
              <a:ext uri="{FF2B5EF4-FFF2-40B4-BE49-F238E27FC236}">
                <a16:creationId xmlns:a16="http://schemas.microsoft.com/office/drawing/2014/main" id="{3E23266B-2DF0-48ED-A93A-88CBF4FEB46E}"/>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17</a:t>
            </a:r>
          </a:p>
        </p:txBody>
      </p:sp>
      <p:sp>
        <p:nvSpPr>
          <p:cNvPr id="3" name="Rectángulo 2">
            <a:extLst>
              <a:ext uri="{FF2B5EF4-FFF2-40B4-BE49-F238E27FC236}">
                <a16:creationId xmlns:a16="http://schemas.microsoft.com/office/drawing/2014/main" id="{4229E904-6537-4EA5-ADF1-F0E753909302}"/>
              </a:ext>
            </a:extLst>
          </p:cNvPr>
          <p:cNvSpPr>
            <a:spLocks noGrp="1"/>
          </p:cNvSpPr>
          <p:nvPr/>
        </p:nvSpPr>
        <p:spPr>
          <a:xfrm>
            <a:off x="619125" y="2476500"/>
            <a:ext cx="3619500" cy="666750"/>
          </a:xfrm>
          <a:prstGeom prst="rect">
            <a:avLst/>
          </a:prstGeom>
          <a:noFill/>
          <a:ln w="0">
            <a:noFill/>
          </a:ln>
        </p:spPr>
        <p:txBody>
          <a:bodyPr lIns="0" tIns="0" rIns="0" bIns="0" anchor="ctr">
            <a:noAutofit/>
          </a:bodyPr>
          <a:lstStyle>
            <a:defPPr algn="l">
              <a:defRPr sz="2400" b="1">
                <a:solidFill>
                  <a:srgbClr val="20252B"/>
                </a:solidFill>
                <a:latin typeface="Arial"/>
                <a:ea typeface="Arial"/>
                <a:cs typeface="Arial"/>
              </a:defRPr>
            </a:defPPr>
            <a:lvl1pPr algn="l">
              <a:defRPr sz="2400" b="1">
                <a:solidFill>
                  <a:srgbClr val="20252B"/>
                </a:solidFill>
                <a:latin typeface="Arial"/>
                <a:ea typeface="Arial"/>
                <a:cs typeface="Arial"/>
              </a:defRPr>
            </a:lvl1pPr>
            <a:lvl2pPr algn="l">
              <a:defRPr sz="2400" b="1">
                <a:solidFill>
                  <a:srgbClr val="20252B"/>
                </a:solidFill>
                <a:latin typeface="Arial"/>
                <a:ea typeface="Arial"/>
                <a:cs typeface="Arial"/>
              </a:defRPr>
            </a:lvl2pPr>
            <a:lvl3pPr algn="l">
              <a:defRPr sz="2400" b="1">
                <a:solidFill>
                  <a:srgbClr val="20252B"/>
                </a:solidFill>
                <a:latin typeface="Arial"/>
                <a:ea typeface="Arial"/>
                <a:cs typeface="Arial"/>
              </a:defRPr>
            </a:lvl3pPr>
            <a:lvl4pPr algn="l">
              <a:defRPr sz="2400" b="1">
                <a:solidFill>
                  <a:srgbClr val="20252B"/>
                </a:solidFill>
                <a:latin typeface="Arial"/>
                <a:ea typeface="Arial"/>
                <a:cs typeface="Arial"/>
              </a:defRPr>
            </a:lvl4pPr>
            <a:lvl5pPr algn="l">
              <a:defRPr sz="2400" b="1">
                <a:solidFill>
                  <a:srgbClr val="20252B"/>
                </a:solidFill>
                <a:latin typeface="Arial"/>
                <a:ea typeface="Arial"/>
                <a:cs typeface="Arial"/>
              </a:defRPr>
            </a:lvl5pPr>
            <a:lvl6pPr algn="l">
              <a:defRPr sz="2400" b="1">
                <a:solidFill>
                  <a:srgbClr val="20252B"/>
                </a:solidFill>
                <a:latin typeface="Arial"/>
                <a:ea typeface="Arial"/>
                <a:cs typeface="Arial"/>
              </a:defRPr>
            </a:lvl6pPr>
            <a:lvl7pPr algn="l">
              <a:defRPr sz="2400" b="1">
                <a:solidFill>
                  <a:srgbClr val="20252B"/>
                </a:solidFill>
                <a:latin typeface="Arial"/>
                <a:ea typeface="Arial"/>
                <a:cs typeface="Arial"/>
              </a:defRPr>
            </a:lvl7pPr>
            <a:lvl8pPr algn="l">
              <a:defRPr sz="2400" b="1">
                <a:solidFill>
                  <a:srgbClr val="20252B"/>
                </a:solidFill>
                <a:latin typeface="Arial"/>
                <a:ea typeface="Arial"/>
                <a:cs typeface="Arial"/>
              </a:defRPr>
            </a:lvl8pPr>
            <a:lvl9pPr algn="l">
              <a:defRPr sz="2400" b="1">
                <a:solidFill>
                  <a:srgbClr val="20252B"/>
                </a:solidFill>
                <a:latin typeface="Arial"/>
                <a:ea typeface="Arial"/>
                <a:cs typeface="Arial"/>
              </a:defRPr>
            </a:lvl9pPr>
          </a:lstStyle>
          <a:p>
            <a:pPr algn="l">
              <a:defRPr sz="2400" b="1">
                <a:solidFill>
                  <a:srgbClr val="20252B"/>
                </a:solidFill>
                <a:latin typeface="Arial"/>
                <a:ea typeface="Arial"/>
                <a:cs typeface="Arial"/>
              </a:defRPr>
            </a:pPr>
            <a:r>
              <a:rPr sz="2400" b="1">
                <a:solidFill>
                  <a:srgbClr val="20252B"/>
                </a:solidFill>
                <a:latin typeface="Arial"/>
                <a:ea typeface="Arial"/>
                <a:cs typeface="Arial"/>
              </a:rPr>
              <a:t>Repository</a:t>
            </a:r>
          </a:p>
        </p:txBody>
      </p:sp>
      <p:sp>
        <p:nvSpPr>
          <p:cNvPr id="4" name="Rectángulo 3">
            <a:extLst>
              <a:ext uri="{FF2B5EF4-FFF2-40B4-BE49-F238E27FC236}">
                <a16:creationId xmlns:a16="http://schemas.microsoft.com/office/drawing/2014/main" id="{F6ADB286-7169-4E57-A29D-5F4CC4129FE6}"/>
              </a:ext>
            </a:extLst>
          </p:cNvPr>
          <p:cNvSpPr>
            <a:spLocks noGrp="1"/>
          </p:cNvSpPr>
          <p:nvPr/>
        </p:nvSpPr>
        <p:spPr>
          <a:xfrm>
            <a:off x="4762500" y="2476500"/>
            <a:ext cx="9525000" cy="952500"/>
          </a:xfrm>
          <a:prstGeom prst="rect">
            <a:avLst/>
          </a:prstGeom>
          <a:noFill/>
          <a:ln w="0">
            <a:noFill/>
          </a:ln>
        </p:spPr>
        <p:txBody>
          <a:bodyPr lIns="0" tIns="0" rIns="0" bIns="0" anchor="ctr">
            <a:noAutofit/>
          </a:bodyPr>
          <a:lstStyle>
            <a:defPPr algn="l">
              <a:defRPr sz="2325" b="0">
                <a:solidFill>
                  <a:srgbClr val="20252B"/>
                </a:solidFill>
                <a:latin typeface="Arial"/>
                <a:ea typeface="Arial"/>
                <a:cs typeface="Arial"/>
              </a:defRPr>
            </a:defPPr>
            <a:lvl1pPr algn="l">
              <a:defRPr sz="2325" b="0">
                <a:solidFill>
                  <a:srgbClr val="20252B"/>
                </a:solidFill>
                <a:latin typeface="Arial"/>
                <a:ea typeface="Arial"/>
                <a:cs typeface="Arial"/>
              </a:defRPr>
            </a:lvl1pPr>
            <a:lvl2pPr algn="l">
              <a:defRPr sz="2325" b="0">
                <a:solidFill>
                  <a:srgbClr val="20252B"/>
                </a:solidFill>
                <a:latin typeface="Arial"/>
                <a:ea typeface="Arial"/>
                <a:cs typeface="Arial"/>
              </a:defRPr>
            </a:lvl2pPr>
            <a:lvl3pPr algn="l">
              <a:defRPr sz="2325" b="0">
                <a:solidFill>
                  <a:srgbClr val="20252B"/>
                </a:solidFill>
                <a:latin typeface="Arial"/>
                <a:ea typeface="Arial"/>
                <a:cs typeface="Arial"/>
              </a:defRPr>
            </a:lvl3pPr>
            <a:lvl4pPr algn="l">
              <a:defRPr sz="2325" b="0">
                <a:solidFill>
                  <a:srgbClr val="20252B"/>
                </a:solidFill>
                <a:latin typeface="Arial"/>
                <a:ea typeface="Arial"/>
                <a:cs typeface="Arial"/>
              </a:defRPr>
            </a:lvl4pPr>
            <a:lvl5pPr algn="l">
              <a:defRPr sz="2325" b="0">
                <a:solidFill>
                  <a:srgbClr val="20252B"/>
                </a:solidFill>
                <a:latin typeface="Arial"/>
                <a:ea typeface="Arial"/>
                <a:cs typeface="Arial"/>
              </a:defRPr>
            </a:lvl5pPr>
            <a:lvl6pPr algn="l">
              <a:defRPr sz="2325" b="0">
                <a:solidFill>
                  <a:srgbClr val="20252B"/>
                </a:solidFill>
                <a:latin typeface="Arial"/>
                <a:ea typeface="Arial"/>
                <a:cs typeface="Arial"/>
              </a:defRPr>
            </a:lvl6pPr>
            <a:lvl7pPr algn="l">
              <a:defRPr sz="2325" b="0">
                <a:solidFill>
                  <a:srgbClr val="20252B"/>
                </a:solidFill>
                <a:latin typeface="Arial"/>
                <a:ea typeface="Arial"/>
                <a:cs typeface="Arial"/>
              </a:defRPr>
            </a:lvl7pPr>
            <a:lvl8pPr algn="l">
              <a:defRPr sz="2325" b="0">
                <a:solidFill>
                  <a:srgbClr val="20252B"/>
                </a:solidFill>
                <a:latin typeface="Arial"/>
                <a:ea typeface="Arial"/>
                <a:cs typeface="Arial"/>
              </a:defRPr>
            </a:lvl8pPr>
            <a:lvl9pPr algn="l">
              <a:defRPr sz="2325" b="0">
                <a:solidFill>
                  <a:srgbClr val="20252B"/>
                </a:solidFill>
                <a:latin typeface="Arial"/>
                <a:ea typeface="Arial"/>
                <a:cs typeface="Arial"/>
              </a:defRPr>
            </a:lvl9pPr>
          </a:lstStyle>
          <a:p>
            <a:pPr algn="l">
              <a:defRPr sz="2325" b="0">
                <a:solidFill>
                  <a:srgbClr val="20252B"/>
                </a:solidFill>
                <a:latin typeface="Arial"/>
                <a:ea typeface="Arial"/>
                <a:cs typeface="Arial"/>
              </a:defRPr>
            </a:pPr>
            <a:r>
              <a:rPr sz="2325" b="0">
                <a:solidFill>
                  <a:srgbClr val="20252B"/>
                </a:solidFill>
                <a:latin typeface="Arial"/>
                <a:ea typeface="Arial"/>
                <a:cs typeface="Arial"/>
              </a:rPr>
              <a:t>VentaRepository separa el caso de uso de Prisma.</a:t>
            </a:r>
          </a:p>
        </p:txBody>
      </p:sp>
      <p:sp>
        <p:nvSpPr>
          <p:cNvPr id="5" name="Rectángulo 4">
            <a:extLst>
              <a:ext uri="{FF2B5EF4-FFF2-40B4-BE49-F238E27FC236}">
                <a16:creationId xmlns:a16="http://schemas.microsoft.com/office/drawing/2014/main" id="{08115409-A9C6-49C6-B26D-6991A621A751}"/>
              </a:ext>
            </a:extLst>
          </p:cNvPr>
          <p:cNvSpPr>
            <a:spLocks noGrp="1"/>
          </p:cNvSpPr>
          <p:nvPr/>
        </p:nvSpPr>
        <p:spPr>
          <a:xfrm>
            <a:off x="619125" y="4000500"/>
            <a:ext cx="3619500" cy="666750"/>
          </a:xfrm>
          <a:prstGeom prst="rect">
            <a:avLst/>
          </a:prstGeom>
          <a:noFill/>
          <a:ln w="0">
            <a:noFill/>
          </a:ln>
        </p:spPr>
        <p:txBody>
          <a:bodyPr lIns="0" tIns="0" rIns="0" bIns="0" anchor="ctr">
            <a:noAutofit/>
          </a:bodyPr>
          <a:lstStyle>
            <a:defPPr algn="l">
              <a:defRPr sz="2400" b="1">
                <a:solidFill>
                  <a:srgbClr val="20252B"/>
                </a:solidFill>
                <a:latin typeface="Arial"/>
                <a:ea typeface="Arial"/>
                <a:cs typeface="Arial"/>
              </a:defRPr>
            </a:defPPr>
            <a:lvl1pPr algn="l">
              <a:defRPr sz="2400" b="1">
                <a:solidFill>
                  <a:srgbClr val="20252B"/>
                </a:solidFill>
                <a:latin typeface="Arial"/>
                <a:ea typeface="Arial"/>
                <a:cs typeface="Arial"/>
              </a:defRPr>
            </a:lvl1pPr>
            <a:lvl2pPr algn="l">
              <a:defRPr sz="2400" b="1">
                <a:solidFill>
                  <a:srgbClr val="20252B"/>
                </a:solidFill>
                <a:latin typeface="Arial"/>
                <a:ea typeface="Arial"/>
                <a:cs typeface="Arial"/>
              </a:defRPr>
            </a:lvl2pPr>
            <a:lvl3pPr algn="l">
              <a:defRPr sz="2400" b="1">
                <a:solidFill>
                  <a:srgbClr val="20252B"/>
                </a:solidFill>
                <a:latin typeface="Arial"/>
                <a:ea typeface="Arial"/>
                <a:cs typeface="Arial"/>
              </a:defRPr>
            </a:lvl3pPr>
            <a:lvl4pPr algn="l">
              <a:defRPr sz="2400" b="1">
                <a:solidFill>
                  <a:srgbClr val="20252B"/>
                </a:solidFill>
                <a:latin typeface="Arial"/>
                <a:ea typeface="Arial"/>
                <a:cs typeface="Arial"/>
              </a:defRPr>
            </a:lvl4pPr>
            <a:lvl5pPr algn="l">
              <a:defRPr sz="2400" b="1">
                <a:solidFill>
                  <a:srgbClr val="20252B"/>
                </a:solidFill>
                <a:latin typeface="Arial"/>
                <a:ea typeface="Arial"/>
                <a:cs typeface="Arial"/>
              </a:defRPr>
            </a:lvl5pPr>
            <a:lvl6pPr algn="l">
              <a:defRPr sz="2400" b="1">
                <a:solidFill>
                  <a:srgbClr val="20252B"/>
                </a:solidFill>
                <a:latin typeface="Arial"/>
                <a:ea typeface="Arial"/>
                <a:cs typeface="Arial"/>
              </a:defRPr>
            </a:lvl6pPr>
            <a:lvl7pPr algn="l">
              <a:defRPr sz="2400" b="1">
                <a:solidFill>
                  <a:srgbClr val="20252B"/>
                </a:solidFill>
                <a:latin typeface="Arial"/>
                <a:ea typeface="Arial"/>
                <a:cs typeface="Arial"/>
              </a:defRPr>
            </a:lvl7pPr>
            <a:lvl8pPr algn="l">
              <a:defRPr sz="2400" b="1">
                <a:solidFill>
                  <a:srgbClr val="20252B"/>
                </a:solidFill>
                <a:latin typeface="Arial"/>
                <a:ea typeface="Arial"/>
                <a:cs typeface="Arial"/>
              </a:defRPr>
            </a:lvl8pPr>
            <a:lvl9pPr algn="l">
              <a:defRPr sz="2400" b="1">
                <a:solidFill>
                  <a:srgbClr val="20252B"/>
                </a:solidFill>
                <a:latin typeface="Arial"/>
                <a:ea typeface="Arial"/>
                <a:cs typeface="Arial"/>
              </a:defRPr>
            </a:lvl9pPr>
          </a:lstStyle>
          <a:p>
            <a:pPr algn="l">
              <a:defRPr sz="2400" b="1">
                <a:solidFill>
                  <a:srgbClr val="20252B"/>
                </a:solidFill>
                <a:latin typeface="Arial"/>
                <a:ea typeface="Arial"/>
                <a:cs typeface="Arial"/>
              </a:defRPr>
            </a:pPr>
            <a:r>
              <a:rPr sz="2400" b="1">
                <a:solidFill>
                  <a:srgbClr val="20252B"/>
                </a:solidFill>
                <a:latin typeface="Arial"/>
                <a:ea typeface="Arial"/>
                <a:cs typeface="Arial"/>
              </a:rPr>
              <a:t>Unit of Work</a:t>
            </a:r>
          </a:p>
        </p:txBody>
      </p:sp>
      <p:sp>
        <p:nvSpPr>
          <p:cNvPr id="6" name="Rectángulo 5">
            <a:extLst>
              <a:ext uri="{FF2B5EF4-FFF2-40B4-BE49-F238E27FC236}">
                <a16:creationId xmlns:a16="http://schemas.microsoft.com/office/drawing/2014/main" id="{6D9DCD77-0740-4EE3-9161-06D36F55D7BC}"/>
              </a:ext>
            </a:extLst>
          </p:cNvPr>
          <p:cNvSpPr>
            <a:spLocks noGrp="1"/>
          </p:cNvSpPr>
          <p:nvPr/>
        </p:nvSpPr>
        <p:spPr>
          <a:xfrm>
            <a:off x="4762500" y="4000500"/>
            <a:ext cx="9525000" cy="952500"/>
          </a:xfrm>
          <a:prstGeom prst="rect">
            <a:avLst/>
          </a:prstGeom>
          <a:noFill/>
          <a:ln w="0">
            <a:noFill/>
          </a:ln>
        </p:spPr>
        <p:txBody>
          <a:bodyPr lIns="0" tIns="0" rIns="0" bIns="0" anchor="ctr">
            <a:noAutofit/>
          </a:bodyPr>
          <a:lstStyle>
            <a:defPPr algn="l">
              <a:defRPr sz="2325" b="0">
                <a:solidFill>
                  <a:srgbClr val="20252B"/>
                </a:solidFill>
                <a:latin typeface="Arial"/>
                <a:ea typeface="Arial"/>
                <a:cs typeface="Arial"/>
              </a:defRPr>
            </a:defPPr>
            <a:lvl1pPr algn="l">
              <a:defRPr sz="2325" b="0">
                <a:solidFill>
                  <a:srgbClr val="20252B"/>
                </a:solidFill>
                <a:latin typeface="Arial"/>
                <a:ea typeface="Arial"/>
                <a:cs typeface="Arial"/>
              </a:defRPr>
            </a:lvl1pPr>
            <a:lvl2pPr algn="l">
              <a:defRPr sz="2325" b="0">
                <a:solidFill>
                  <a:srgbClr val="20252B"/>
                </a:solidFill>
                <a:latin typeface="Arial"/>
                <a:ea typeface="Arial"/>
                <a:cs typeface="Arial"/>
              </a:defRPr>
            </a:lvl2pPr>
            <a:lvl3pPr algn="l">
              <a:defRPr sz="2325" b="0">
                <a:solidFill>
                  <a:srgbClr val="20252B"/>
                </a:solidFill>
                <a:latin typeface="Arial"/>
                <a:ea typeface="Arial"/>
                <a:cs typeface="Arial"/>
              </a:defRPr>
            </a:lvl3pPr>
            <a:lvl4pPr algn="l">
              <a:defRPr sz="2325" b="0">
                <a:solidFill>
                  <a:srgbClr val="20252B"/>
                </a:solidFill>
                <a:latin typeface="Arial"/>
                <a:ea typeface="Arial"/>
                <a:cs typeface="Arial"/>
              </a:defRPr>
            </a:lvl4pPr>
            <a:lvl5pPr algn="l">
              <a:defRPr sz="2325" b="0">
                <a:solidFill>
                  <a:srgbClr val="20252B"/>
                </a:solidFill>
                <a:latin typeface="Arial"/>
                <a:ea typeface="Arial"/>
                <a:cs typeface="Arial"/>
              </a:defRPr>
            </a:lvl5pPr>
            <a:lvl6pPr algn="l">
              <a:defRPr sz="2325" b="0">
                <a:solidFill>
                  <a:srgbClr val="20252B"/>
                </a:solidFill>
                <a:latin typeface="Arial"/>
                <a:ea typeface="Arial"/>
                <a:cs typeface="Arial"/>
              </a:defRPr>
            </a:lvl6pPr>
            <a:lvl7pPr algn="l">
              <a:defRPr sz="2325" b="0">
                <a:solidFill>
                  <a:srgbClr val="20252B"/>
                </a:solidFill>
                <a:latin typeface="Arial"/>
                <a:ea typeface="Arial"/>
                <a:cs typeface="Arial"/>
              </a:defRPr>
            </a:lvl7pPr>
            <a:lvl8pPr algn="l">
              <a:defRPr sz="2325" b="0">
                <a:solidFill>
                  <a:srgbClr val="20252B"/>
                </a:solidFill>
                <a:latin typeface="Arial"/>
                <a:ea typeface="Arial"/>
                <a:cs typeface="Arial"/>
              </a:defRPr>
            </a:lvl8pPr>
            <a:lvl9pPr algn="l">
              <a:defRPr sz="2325" b="0">
                <a:solidFill>
                  <a:srgbClr val="20252B"/>
                </a:solidFill>
                <a:latin typeface="Arial"/>
                <a:ea typeface="Arial"/>
                <a:cs typeface="Arial"/>
              </a:defRPr>
            </a:lvl9pPr>
          </a:lstStyle>
          <a:p>
            <a:pPr algn="l">
              <a:defRPr sz="2325" b="0">
                <a:solidFill>
                  <a:srgbClr val="20252B"/>
                </a:solidFill>
                <a:latin typeface="Arial"/>
                <a:ea typeface="Arial"/>
                <a:cs typeface="Arial"/>
              </a:defRPr>
            </a:pPr>
            <a:r>
              <a:rPr sz="2325" b="0">
                <a:solidFill>
                  <a:srgbClr val="20252B"/>
                </a:solidFill>
                <a:latin typeface="Arial"/>
                <a:ea typeface="Arial"/>
                <a:cs typeface="Arial"/>
              </a:rPr>
              <a:t>Una transacción para venta, inventario y caja.</a:t>
            </a:r>
          </a:p>
        </p:txBody>
      </p:sp>
      <p:sp>
        <p:nvSpPr>
          <p:cNvPr id="7" name="Rectángulo 6">
            <a:extLst>
              <a:ext uri="{FF2B5EF4-FFF2-40B4-BE49-F238E27FC236}">
                <a16:creationId xmlns:a16="http://schemas.microsoft.com/office/drawing/2014/main" id="{102CDD1C-FD83-4565-92F5-1824661A6851}"/>
              </a:ext>
            </a:extLst>
          </p:cNvPr>
          <p:cNvSpPr>
            <a:spLocks noGrp="1"/>
          </p:cNvSpPr>
          <p:nvPr/>
        </p:nvSpPr>
        <p:spPr>
          <a:xfrm>
            <a:off x="619125" y="5524500"/>
            <a:ext cx="3619500" cy="666750"/>
          </a:xfrm>
          <a:prstGeom prst="rect">
            <a:avLst/>
          </a:prstGeom>
          <a:noFill/>
          <a:ln w="0">
            <a:noFill/>
          </a:ln>
        </p:spPr>
        <p:txBody>
          <a:bodyPr lIns="0" tIns="0" rIns="0" bIns="0" anchor="ctr">
            <a:noAutofit/>
          </a:bodyPr>
          <a:lstStyle>
            <a:defPPr algn="l">
              <a:defRPr sz="2400" b="1">
                <a:solidFill>
                  <a:srgbClr val="20252B"/>
                </a:solidFill>
                <a:latin typeface="Arial"/>
                <a:ea typeface="Arial"/>
                <a:cs typeface="Arial"/>
              </a:defRPr>
            </a:defPPr>
            <a:lvl1pPr algn="l">
              <a:defRPr sz="2400" b="1">
                <a:solidFill>
                  <a:srgbClr val="20252B"/>
                </a:solidFill>
                <a:latin typeface="Arial"/>
                <a:ea typeface="Arial"/>
                <a:cs typeface="Arial"/>
              </a:defRPr>
            </a:lvl1pPr>
            <a:lvl2pPr algn="l">
              <a:defRPr sz="2400" b="1">
                <a:solidFill>
                  <a:srgbClr val="20252B"/>
                </a:solidFill>
                <a:latin typeface="Arial"/>
                <a:ea typeface="Arial"/>
                <a:cs typeface="Arial"/>
              </a:defRPr>
            </a:lvl2pPr>
            <a:lvl3pPr algn="l">
              <a:defRPr sz="2400" b="1">
                <a:solidFill>
                  <a:srgbClr val="20252B"/>
                </a:solidFill>
                <a:latin typeface="Arial"/>
                <a:ea typeface="Arial"/>
                <a:cs typeface="Arial"/>
              </a:defRPr>
            </a:lvl3pPr>
            <a:lvl4pPr algn="l">
              <a:defRPr sz="2400" b="1">
                <a:solidFill>
                  <a:srgbClr val="20252B"/>
                </a:solidFill>
                <a:latin typeface="Arial"/>
                <a:ea typeface="Arial"/>
                <a:cs typeface="Arial"/>
              </a:defRPr>
            </a:lvl4pPr>
            <a:lvl5pPr algn="l">
              <a:defRPr sz="2400" b="1">
                <a:solidFill>
                  <a:srgbClr val="20252B"/>
                </a:solidFill>
                <a:latin typeface="Arial"/>
                <a:ea typeface="Arial"/>
                <a:cs typeface="Arial"/>
              </a:defRPr>
            </a:lvl5pPr>
            <a:lvl6pPr algn="l">
              <a:defRPr sz="2400" b="1">
                <a:solidFill>
                  <a:srgbClr val="20252B"/>
                </a:solidFill>
                <a:latin typeface="Arial"/>
                <a:ea typeface="Arial"/>
                <a:cs typeface="Arial"/>
              </a:defRPr>
            </a:lvl6pPr>
            <a:lvl7pPr algn="l">
              <a:defRPr sz="2400" b="1">
                <a:solidFill>
                  <a:srgbClr val="20252B"/>
                </a:solidFill>
                <a:latin typeface="Arial"/>
                <a:ea typeface="Arial"/>
                <a:cs typeface="Arial"/>
              </a:defRPr>
            </a:lvl7pPr>
            <a:lvl8pPr algn="l">
              <a:defRPr sz="2400" b="1">
                <a:solidFill>
                  <a:srgbClr val="20252B"/>
                </a:solidFill>
                <a:latin typeface="Arial"/>
                <a:ea typeface="Arial"/>
                <a:cs typeface="Arial"/>
              </a:defRPr>
            </a:lvl8pPr>
            <a:lvl9pPr algn="l">
              <a:defRPr sz="2400" b="1">
                <a:solidFill>
                  <a:srgbClr val="20252B"/>
                </a:solidFill>
                <a:latin typeface="Arial"/>
                <a:ea typeface="Arial"/>
                <a:cs typeface="Arial"/>
              </a:defRPr>
            </a:lvl9pPr>
          </a:lstStyle>
          <a:p>
            <a:pPr algn="l">
              <a:defRPr sz="2400" b="1">
                <a:solidFill>
                  <a:srgbClr val="20252B"/>
                </a:solidFill>
                <a:latin typeface="Arial"/>
                <a:ea typeface="Arial"/>
                <a:cs typeface="Arial"/>
              </a:defRPr>
            </a:pPr>
            <a:r>
              <a:rPr sz="2400" b="1">
                <a:solidFill>
                  <a:srgbClr val="20252B"/>
                </a:solidFill>
                <a:latin typeface="Arial"/>
                <a:ea typeface="Arial"/>
                <a:cs typeface="Arial"/>
              </a:rPr>
              <a:t>Adapter</a:t>
            </a:r>
          </a:p>
        </p:txBody>
      </p:sp>
      <p:sp>
        <p:nvSpPr>
          <p:cNvPr id="8" name="Rectángulo 7">
            <a:extLst>
              <a:ext uri="{FF2B5EF4-FFF2-40B4-BE49-F238E27FC236}">
                <a16:creationId xmlns:a16="http://schemas.microsoft.com/office/drawing/2014/main" id="{C0CF8EFA-9774-4801-BCE0-38856081C7A8}"/>
              </a:ext>
            </a:extLst>
          </p:cNvPr>
          <p:cNvSpPr>
            <a:spLocks noGrp="1"/>
          </p:cNvSpPr>
          <p:nvPr/>
        </p:nvSpPr>
        <p:spPr>
          <a:xfrm>
            <a:off x="4762500" y="5524500"/>
            <a:ext cx="9525000" cy="952500"/>
          </a:xfrm>
          <a:prstGeom prst="rect">
            <a:avLst/>
          </a:prstGeom>
          <a:noFill/>
          <a:ln w="0">
            <a:noFill/>
          </a:ln>
        </p:spPr>
        <p:txBody>
          <a:bodyPr lIns="0" tIns="0" rIns="0" bIns="0" anchor="ctr">
            <a:noAutofit/>
          </a:bodyPr>
          <a:lstStyle>
            <a:defPPr algn="l">
              <a:defRPr sz="2325" b="0">
                <a:solidFill>
                  <a:srgbClr val="20252B"/>
                </a:solidFill>
                <a:latin typeface="Arial"/>
                <a:ea typeface="Arial"/>
                <a:cs typeface="Arial"/>
              </a:defRPr>
            </a:defPPr>
            <a:lvl1pPr algn="l">
              <a:defRPr sz="2325" b="0">
                <a:solidFill>
                  <a:srgbClr val="20252B"/>
                </a:solidFill>
                <a:latin typeface="Arial"/>
                <a:ea typeface="Arial"/>
                <a:cs typeface="Arial"/>
              </a:defRPr>
            </a:lvl1pPr>
            <a:lvl2pPr algn="l">
              <a:defRPr sz="2325" b="0">
                <a:solidFill>
                  <a:srgbClr val="20252B"/>
                </a:solidFill>
                <a:latin typeface="Arial"/>
                <a:ea typeface="Arial"/>
                <a:cs typeface="Arial"/>
              </a:defRPr>
            </a:lvl2pPr>
            <a:lvl3pPr algn="l">
              <a:defRPr sz="2325" b="0">
                <a:solidFill>
                  <a:srgbClr val="20252B"/>
                </a:solidFill>
                <a:latin typeface="Arial"/>
                <a:ea typeface="Arial"/>
                <a:cs typeface="Arial"/>
              </a:defRPr>
            </a:lvl3pPr>
            <a:lvl4pPr algn="l">
              <a:defRPr sz="2325" b="0">
                <a:solidFill>
                  <a:srgbClr val="20252B"/>
                </a:solidFill>
                <a:latin typeface="Arial"/>
                <a:ea typeface="Arial"/>
                <a:cs typeface="Arial"/>
              </a:defRPr>
            </a:lvl4pPr>
            <a:lvl5pPr algn="l">
              <a:defRPr sz="2325" b="0">
                <a:solidFill>
                  <a:srgbClr val="20252B"/>
                </a:solidFill>
                <a:latin typeface="Arial"/>
                <a:ea typeface="Arial"/>
                <a:cs typeface="Arial"/>
              </a:defRPr>
            </a:lvl5pPr>
            <a:lvl6pPr algn="l">
              <a:defRPr sz="2325" b="0">
                <a:solidFill>
                  <a:srgbClr val="20252B"/>
                </a:solidFill>
                <a:latin typeface="Arial"/>
                <a:ea typeface="Arial"/>
                <a:cs typeface="Arial"/>
              </a:defRPr>
            </a:lvl6pPr>
            <a:lvl7pPr algn="l">
              <a:defRPr sz="2325" b="0">
                <a:solidFill>
                  <a:srgbClr val="20252B"/>
                </a:solidFill>
                <a:latin typeface="Arial"/>
                <a:ea typeface="Arial"/>
                <a:cs typeface="Arial"/>
              </a:defRPr>
            </a:lvl7pPr>
            <a:lvl8pPr algn="l">
              <a:defRPr sz="2325" b="0">
                <a:solidFill>
                  <a:srgbClr val="20252B"/>
                </a:solidFill>
                <a:latin typeface="Arial"/>
                <a:ea typeface="Arial"/>
                <a:cs typeface="Arial"/>
              </a:defRPr>
            </a:lvl8pPr>
            <a:lvl9pPr algn="l">
              <a:defRPr sz="2325" b="0">
                <a:solidFill>
                  <a:srgbClr val="20252B"/>
                </a:solidFill>
                <a:latin typeface="Arial"/>
                <a:ea typeface="Arial"/>
                <a:cs typeface="Arial"/>
              </a:defRPr>
            </a:lvl9pPr>
          </a:lstStyle>
          <a:p>
            <a:pPr algn="l">
              <a:defRPr sz="2325" b="0">
                <a:solidFill>
                  <a:srgbClr val="20252B"/>
                </a:solidFill>
                <a:latin typeface="Arial"/>
                <a:ea typeface="Arial"/>
                <a:cs typeface="Arial"/>
              </a:defRPr>
            </a:pPr>
            <a:r>
              <a:rPr sz="2325" b="0">
                <a:solidFill>
                  <a:srgbClr val="20252B"/>
                </a:solidFill>
                <a:latin typeface="Arial"/>
                <a:ea typeface="Arial"/>
                <a:cs typeface="Arial"/>
              </a:rPr>
              <a:t>AlmacenImagenesR2 implementa el puerto de imágenes.</a:t>
            </a:r>
          </a:p>
        </p:txBody>
      </p:sp>
      <p:sp>
        <p:nvSpPr>
          <p:cNvPr id="9" name="Rectángulo 8">
            <a:extLst>
              <a:ext uri="{FF2B5EF4-FFF2-40B4-BE49-F238E27FC236}">
                <a16:creationId xmlns:a16="http://schemas.microsoft.com/office/drawing/2014/main" id="{A75DF137-7263-4781-8365-98922EFFA49E}"/>
              </a:ext>
            </a:extLst>
          </p:cNvPr>
          <p:cNvSpPr>
            <a:spLocks noGrp="1"/>
          </p:cNvSpPr>
          <p:nvPr/>
        </p:nvSpPr>
        <p:spPr>
          <a:xfrm>
            <a:off x="619125" y="7524750"/>
            <a:ext cx="14001750" cy="428625"/>
          </a:xfrm>
          <a:prstGeom prst="rect">
            <a:avLst/>
          </a:prstGeom>
          <a:noFill/>
          <a:ln w="0">
            <a:noFill/>
          </a:ln>
        </p:spPr>
        <p:txBody>
          <a:bodyPr lIns="0" tIns="0" rIns="0" bIns="0" anchor="ctr">
            <a:noAutofit/>
          </a:bodyPr>
          <a:lstStyle>
            <a:defPPr algn="l">
              <a:defRPr sz="1800" b="0">
                <a:solidFill>
                  <a:srgbClr val="505861"/>
                </a:solidFill>
                <a:latin typeface="Arial"/>
                <a:ea typeface="Arial"/>
                <a:cs typeface="Arial"/>
              </a:defRPr>
            </a:defPPr>
            <a:lvl1pPr algn="l">
              <a:defRPr sz="1800" b="0">
                <a:solidFill>
                  <a:srgbClr val="505861"/>
                </a:solidFill>
                <a:latin typeface="Arial"/>
                <a:ea typeface="Arial"/>
                <a:cs typeface="Arial"/>
              </a:defRPr>
            </a:lvl1pPr>
            <a:lvl2pPr algn="l">
              <a:defRPr sz="1800" b="0">
                <a:solidFill>
                  <a:srgbClr val="505861"/>
                </a:solidFill>
                <a:latin typeface="Arial"/>
                <a:ea typeface="Arial"/>
                <a:cs typeface="Arial"/>
              </a:defRPr>
            </a:lvl2pPr>
            <a:lvl3pPr algn="l">
              <a:defRPr sz="1800" b="0">
                <a:solidFill>
                  <a:srgbClr val="505861"/>
                </a:solidFill>
                <a:latin typeface="Arial"/>
                <a:ea typeface="Arial"/>
                <a:cs typeface="Arial"/>
              </a:defRPr>
            </a:lvl3pPr>
            <a:lvl4pPr algn="l">
              <a:defRPr sz="1800" b="0">
                <a:solidFill>
                  <a:srgbClr val="505861"/>
                </a:solidFill>
                <a:latin typeface="Arial"/>
                <a:ea typeface="Arial"/>
                <a:cs typeface="Arial"/>
              </a:defRPr>
            </a:lvl4pPr>
            <a:lvl5pPr algn="l">
              <a:defRPr sz="1800" b="0">
                <a:solidFill>
                  <a:srgbClr val="505861"/>
                </a:solidFill>
                <a:latin typeface="Arial"/>
                <a:ea typeface="Arial"/>
                <a:cs typeface="Arial"/>
              </a:defRPr>
            </a:lvl5pPr>
            <a:lvl6pPr algn="l">
              <a:defRPr sz="1800" b="0">
                <a:solidFill>
                  <a:srgbClr val="505861"/>
                </a:solidFill>
                <a:latin typeface="Arial"/>
                <a:ea typeface="Arial"/>
                <a:cs typeface="Arial"/>
              </a:defRPr>
            </a:lvl6pPr>
            <a:lvl7pPr algn="l">
              <a:defRPr sz="1800" b="0">
                <a:solidFill>
                  <a:srgbClr val="505861"/>
                </a:solidFill>
                <a:latin typeface="Arial"/>
                <a:ea typeface="Arial"/>
                <a:cs typeface="Arial"/>
              </a:defRPr>
            </a:lvl7pPr>
            <a:lvl8pPr algn="l">
              <a:defRPr sz="1800" b="0">
                <a:solidFill>
                  <a:srgbClr val="505861"/>
                </a:solidFill>
                <a:latin typeface="Arial"/>
                <a:ea typeface="Arial"/>
                <a:cs typeface="Arial"/>
              </a:defRPr>
            </a:lvl8pPr>
            <a:lvl9pPr algn="l">
              <a:defRPr sz="1800" b="0">
                <a:solidFill>
                  <a:srgbClr val="505861"/>
                </a:solidFill>
                <a:latin typeface="Arial"/>
                <a:ea typeface="Arial"/>
                <a:cs typeface="Arial"/>
              </a:defRPr>
            </a:lvl9pPr>
          </a:lstStyle>
          <a:p>
            <a:pPr algn="l">
              <a:defRPr sz="1800" b="0">
                <a:solidFill>
                  <a:srgbClr val="505861"/>
                </a:solidFill>
                <a:latin typeface="Arial"/>
                <a:ea typeface="Arial"/>
                <a:cs typeface="Arial"/>
              </a:defRPr>
            </a:pPr>
            <a:r>
              <a:rPr sz="1800" b="0">
                <a:solidFill>
                  <a:srgbClr val="505861"/>
                </a:solidFill>
                <a:latin typeface="Arial"/>
                <a:ea typeface="Arial"/>
                <a:cs typeface="Arial"/>
              </a:rPr>
              <a:t>composition.ts conecta las implementaciones con sus contratos.</a:t>
            </a:r>
          </a:p>
        </p:txBody>
      </p:sp>
    </p:spTree>
    <p:extLst>
      <p:ext uri="{BB962C8B-B14F-4D97-AF65-F5344CB8AC3E}">
        <p14:creationId xmlns:p14="http://schemas.microsoft.com/office/powerpoint/2010/main" val="88831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52EF113-54D2-42EF-B168-6C60128E13CF}"/>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Principios de diseño: SOLID</a:t>
            </a:r>
          </a:p>
        </p:txBody>
      </p:sp>
      <p:sp>
        <p:nvSpPr>
          <p:cNvPr id="2" name="Rectángulo 1">
            <a:extLst>
              <a:ext uri="{FF2B5EF4-FFF2-40B4-BE49-F238E27FC236}">
                <a16:creationId xmlns:a16="http://schemas.microsoft.com/office/drawing/2014/main" id="{A6BD7B39-30DE-46C3-A498-AC9C75211F1D}"/>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18</a:t>
            </a:r>
          </a:p>
        </p:txBody>
      </p:sp>
      <p:pic>
        <p:nvPicPr>
          <p:cNvPr id="3" name="Imagen 2">
            <a:extLst>
              <a:ext uri="{FF2B5EF4-FFF2-40B4-BE49-F238E27FC236}">
                <a16:creationId xmlns:a16="http://schemas.microsoft.com/office/drawing/2014/main" id="{4D324AAA-4DBA-470E-A3C4-06AB3C474DD3}"/>
              </a:ext>
            </a:extLst>
          </p:cNvPr>
          <p:cNvPicPr>
            <a:picLocks noChangeAspect="1"/>
          </p:cNvPicPr>
          <p:nvPr/>
        </p:nvPicPr>
        <p:blipFill>
          <a:blip r:embed="rId3"/>
          <a:stretch/>
        </p:blipFill>
        <p:spPr>
          <a:xfrm>
            <a:off x="3095625" y="1428750"/>
            <a:ext cx="9048750" cy="6524625"/>
          </a:xfrm>
          <a:prstGeom prst="rect">
            <a:avLst/>
          </a:prstGeom>
        </p:spPr>
      </p:pic>
    </p:spTree>
    <p:extLst>
      <p:ext uri="{BB962C8B-B14F-4D97-AF65-F5344CB8AC3E}">
        <p14:creationId xmlns:p14="http://schemas.microsoft.com/office/powerpoint/2010/main" val="2049923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F2067C-D1AB-4DD1-A5C9-C3D677F791A8}"/>
              </a:ext>
            </a:extLst>
          </p:cNvPr>
          <p:cNvSpPr>
            <a:spLocks noGrp="1"/>
          </p:cNvSpPr>
          <p:nvPr/>
        </p:nvSpPr>
        <p:spPr>
          <a:xfrm>
            <a:off x="619125" y="428625"/>
            <a:ext cx="13954125" cy="809625"/>
          </a:xfrm>
          <a:prstGeom prst="rect">
            <a:avLst/>
          </a:prstGeom>
          <a:noFill/>
          <a:ln w="0">
            <a:noFill/>
          </a:ln>
        </p:spPr>
        <p:txBody>
          <a:bodyPr lIns="0" tIns="0" rIns="0" bIns="0" anchor="ctr">
            <a:noAutofit/>
          </a:bodyPr>
          <a:lstStyle>
            <a:defPPr algn="l">
              <a:defRPr sz="3300" b="1">
                <a:solidFill>
                  <a:srgbClr val="20252B"/>
                </a:solidFill>
                <a:latin typeface="Arial"/>
                <a:ea typeface="Arial"/>
                <a:cs typeface="Arial"/>
              </a:defRPr>
            </a:defPPr>
            <a:lvl1pPr algn="l">
              <a:defRPr sz="3300" b="1">
                <a:solidFill>
                  <a:srgbClr val="20252B"/>
                </a:solidFill>
                <a:latin typeface="Arial"/>
                <a:ea typeface="Arial"/>
                <a:cs typeface="Arial"/>
              </a:defRPr>
            </a:lvl1pPr>
            <a:lvl2pPr algn="l">
              <a:defRPr sz="3300" b="1">
                <a:solidFill>
                  <a:srgbClr val="20252B"/>
                </a:solidFill>
                <a:latin typeface="Arial"/>
                <a:ea typeface="Arial"/>
                <a:cs typeface="Arial"/>
              </a:defRPr>
            </a:lvl2pPr>
            <a:lvl3pPr algn="l">
              <a:defRPr sz="3300" b="1">
                <a:solidFill>
                  <a:srgbClr val="20252B"/>
                </a:solidFill>
                <a:latin typeface="Arial"/>
                <a:ea typeface="Arial"/>
                <a:cs typeface="Arial"/>
              </a:defRPr>
            </a:lvl3pPr>
            <a:lvl4pPr algn="l">
              <a:defRPr sz="3300" b="1">
                <a:solidFill>
                  <a:srgbClr val="20252B"/>
                </a:solidFill>
                <a:latin typeface="Arial"/>
                <a:ea typeface="Arial"/>
                <a:cs typeface="Arial"/>
              </a:defRPr>
            </a:lvl4pPr>
            <a:lvl5pPr algn="l">
              <a:defRPr sz="3300" b="1">
                <a:solidFill>
                  <a:srgbClr val="20252B"/>
                </a:solidFill>
                <a:latin typeface="Arial"/>
                <a:ea typeface="Arial"/>
                <a:cs typeface="Arial"/>
              </a:defRPr>
            </a:lvl5pPr>
            <a:lvl6pPr algn="l">
              <a:defRPr sz="3300" b="1">
                <a:solidFill>
                  <a:srgbClr val="20252B"/>
                </a:solidFill>
                <a:latin typeface="Arial"/>
                <a:ea typeface="Arial"/>
                <a:cs typeface="Arial"/>
              </a:defRPr>
            </a:lvl6pPr>
            <a:lvl7pPr algn="l">
              <a:defRPr sz="3300" b="1">
                <a:solidFill>
                  <a:srgbClr val="20252B"/>
                </a:solidFill>
                <a:latin typeface="Arial"/>
                <a:ea typeface="Arial"/>
                <a:cs typeface="Arial"/>
              </a:defRPr>
            </a:lvl7pPr>
            <a:lvl8pPr algn="l">
              <a:defRPr sz="3300" b="1">
                <a:solidFill>
                  <a:srgbClr val="20252B"/>
                </a:solidFill>
                <a:latin typeface="Arial"/>
                <a:ea typeface="Arial"/>
                <a:cs typeface="Arial"/>
              </a:defRPr>
            </a:lvl8pPr>
            <a:lvl9pPr algn="l">
              <a:defRPr sz="3300" b="1">
                <a:solidFill>
                  <a:srgbClr val="20252B"/>
                </a:solidFill>
                <a:latin typeface="Arial"/>
                <a:ea typeface="Arial"/>
                <a:cs typeface="Arial"/>
              </a:defRPr>
            </a:lvl9pPr>
          </a:lstStyle>
          <a:p>
            <a:pPr algn="l">
              <a:defRPr sz="3300" b="1">
                <a:solidFill>
                  <a:srgbClr val="20252B"/>
                </a:solidFill>
                <a:latin typeface="Arial"/>
                <a:ea typeface="Arial"/>
                <a:cs typeface="Arial"/>
              </a:defRPr>
            </a:pPr>
            <a:r>
              <a:rPr sz="3300" b="1">
                <a:solidFill>
                  <a:srgbClr val="20252B"/>
                </a:solidFill>
                <a:latin typeface="Arial"/>
                <a:ea typeface="Arial"/>
                <a:cs typeface="Arial"/>
              </a:rPr>
              <a:t>Confirmación de venta</a:t>
            </a:r>
          </a:p>
        </p:txBody>
      </p:sp>
      <p:sp>
        <p:nvSpPr>
          <p:cNvPr id="2" name="Rectángulo 1">
            <a:extLst>
              <a:ext uri="{FF2B5EF4-FFF2-40B4-BE49-F238E27FC236}">
                <a16:creationId xmlns:a16="http://schemas.microsoft.com/office/drawing/2014/main" id="{07ECBF5C-5F1B-448F-8B79-721486C49A0A}"/>
              </a:ext>
            </a:extLst>
          </p:cNvPr>
          <p:cNvSpPr>
            <a:spLocks noGrp="1"/>
          </p:cNvSpPr>
          <p:nvPr/>
        </p:nvSpPr>
        <p:spPr>
          <a:xfrm>
            <a:off x="14097000" y="8143875"/>
            <a:ext cx="523875" cy="238125"/>
          </a:xfrm>
          <a:prstGeom prst="rect">
            <a:avLst/>
          </a:prstGeom>
          <a:noFill/>
          <a:ln w="0">
            <a:noFill/>
          </a:ln>
        </p:spPr>
        <p:txBody>
          <a:bodyPr lIns="0" tIns="0" rIns="0" bIns="0" anchor="ctr">
            <a:noAutofit/>
          </a:bodyPr>
          <a:lstStyle>
            <a:defPPr algn="r">
              <a:defRPr sz="1275" b="0">
                <a:solidFill>
                  <a:srgbClr val="505861"/>
                </a:solidFill>
                <a:latin typeface="Arial"/>
                <a:ea typeface="Arial"/>
                <a:cs typeface="Arial"/>
              </a:defRPr>
            </a:defPPr>
            <a:lvl1pPr algn="r">
              <a:defRPr sz="1275" b="0">
                <a:solidFill>
                  <a:srgbClr val="505861"/>
                </a:solidFill>
                <a:latin typeface="Arial"/>
                <a:ea typeface="Arial"/>
                <a:cs typeface="Arial"/>
              </a:defRPr>
            </a:lvl1pPr>
            <a:lvl2pPr algn="r">
              <a:defRPr sz="1275" b="0">
                <a:solidFill>
                  <a:srgbClr val="505861"/>
                </a:solidFill>
                <a:latin typeface="Arial"/>
                <a:ea typeface="Arial"/>
                <a:cs typeface="Arial"/>
              </a:defRPr>
            </a:lvl2pPr>
            <a:lvl3pPr algn="r">
              <a:defRPr sz="1275" b="0">
                <a:solidFill>
                  <a:srgbClr val="505861"/>
                </a:solidFill>
                <a:latin typeface="Arial"/>
                <a:ea typeface="Arial"/>
                <a:cs typeface="Arial"/>
              </a:defRPr>
            </a:lvl3pPr>
            <a:lvl4pPr algn="r">
              <a:defRPr sz="1275" b="0">
                <a:solidFill>
                  <a:srgbClr val="505861"/>
                </a:solidFill>
                <a:latin typeface="Arial"/>
                <a:ea typeface="Arial"/>
                <a:cs typeface="Arial"/>
              </a:defRPr>
            </a:lvl4pPr>
            <a:lvl5pPr algn="r">
              <a:defRPr sz="1275" b="0">
                <a:solidFill>
                  <a:srgbClr val="505861"/>
                </a:solidFill>
                <a:latin typeface="Arial"/>
                <a:ea typeface="Arial"/>
                <a:cs typeface="Arial"/>
              </a:defRPr>
            </a:lvl5pPr>
            <a:lvl6pPr algn="r">
              <a:defRPr sz="1275" b="0">
                <a:solidFill>
                  <a:srgbClr val="505861"/>
                </a:solidFill>
                <a:latin typeface="Arial"/>
                <a:ea typeface="Arial"/>
                <a:cs typeface="Arial"/>
              </a:defRPr>
            </a:lvl6pPr>
            <a:lvl7pPr algn="r">
              <a:defRPr sz="1275" b="0">
                <a:solidFill>
                  <a:srgbClr val="505861"/>
                </a:solidFill>
                <a:latin typeface="Arial"/>
                <a:ea typeface="Arial"/>
                <a:cs typeface="Arial"/>
              </a:defRPr>
            </a:lvl7pPr>
            <a:lvl8pPr algn="r">
              <a:defRPr sz="1275" b="0">
                <a:solidFill>
                  <a:srgbClr val="505861"/>
                </a:solidFill>
                <a:latin typeface="Arial"/>
                <a:ea typeface="Arial"/>
                <a:cs typeface="Arial"/>
              </a:defRPr>
            </a:lvl8pPr>
            <a:lvl9pPr algn="r">
              <a:defRPr sz="1275" b="0">
                <a:solidFill>
                  <a:srgbClr val="505861"/>
                </a:solidFill>
                <a:latin typeface="Arial"/>
                <a:ea typeface="Arial"/>
                <a:cs typeface="Arial"/>
              </a:defRPr>
            </a:lvl9pPr>
          </a:lstStyle>
          <a:p>
            <a:pPr algn="r">
              <a:defRPr sz="1275" b="0">
                <a:solidFill>
                  <a:srgbClr val="505861"/>
                </a:solidFill>
                <a:latin typeface="Arial"/>
                <a:ea typeface="Arial"/>
                <a:cs typeface="Arial"/>
              </a:defRPr>
            </a:pPr>
            <a:r>
              <a:rPr sz="1275" b="0">
                <a:solidFill>
                  <a:srgbClr val="505861"/>
                </a:solidFill>
                <a:latin typeface="Arial"/>
                <a:ea typeface="Arial"/>
                <a:cs typeface="Arial"/>
              </a:rPr>
              <a:t>19</a:t>
            </a:r>
          </a:p>
        </p:txBody>
      </p:sp>
      <p:pic>
        <p:nvPicPr>
          <p:cNvPr id="3" name="Imagen 2">
            <a:extLst>
              <a:ext uri="{FF2B5EF4-FFF2-40B4-BE49-F238E27FC236}">
                <a16:creationId xmlns:a16="http://schemas.microsoft.com/office/drawing/2014/main" id="{4D9EF35C-21B0-4837-AF92-0BAA34277AE8}"/>
              </a:ext>
            </a:extLst>
          </p:cNvPr>
          <p:cNvPicPr>
            <a:picLocks noChangeAspect="1"/>
          </p:cNvPicPr>
          <p:nvPr/>
        </p:nvPicPr>
        <p:blipFill>
          <a:blip r:embed="rId3"/>
          <a:stretch/>
        </p:blipFill>
        <p:spPr>
          <a:xfrm>
            <a:off x="3756735" y="1428750"/>
            <a:ext cx="7726530" cy="6524625"/>
          </a:xfrm>
          <a:prstGeom prst="rect">
            <a:avLst/>
          </a:prstGeom>
        </p:spPr>
      </p:pic>
    </p:spTree>
    <p:extLst>
      <p:ext uri="{BB962C8B-B14F-4D97-AF65-F5344CB8AC3E}">
        <p14:creationId xmlns:p14="http://schemas.microsoft.com/office/powerpoint/2010/main" val="1905500189"/>
      </p:ext>
    </p:extLst>
  </p:cSld>
  <p:clrMapOvr>
    <a:masterClrMapping/>
  </p:clrMapOvr>
</p:sld>
</file>

<file path=ppt/theme/theme1.xml><?xml version="1.0" encoding="utf-8"?>
<a:theme xmlns:a="http://schemas.openxmlformats.org/drawingml/2006/main" name="Metropolitano">
  <a:themeElements>
    <a:clrScheme name="Metropolitano">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o">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TM04033919[[fn=Circuito]]</Template>
  <TotalTime>29</TotalTime>
  <Words>2296</Words>
  <Application>Microsoft Office PowerPoint</Application>
  <DocSecurity>0</DocSecurity>
  <PresentationFormat>Personalizado</PresentationFormat>
  <Paragraphs>294</Paragraphs>
  <Slides>19</Slides>
  <Notes>19</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Aptos</vt:lpstr>
      <vt:lpstr>Arial</vt:lpstr>
      <vt:lpstr>Calibri Light</vt:lpstr>
      <vt:lpstr>Metropolitano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rudygb2030@gmail.com</cp:lastModifiedBy>
  <cp:revision>3</cp:revision>
  <dcterms:created xsi:type="dcterms:W3CDTF">2026-10-17T10:27:31Z</dcterms:created>
  <dcterms:modified xsi:type="dcterms:W3CDTF">2026-10-17T11:04:20Z</dcterms:modified>
</cp:coreProperties>
</file>